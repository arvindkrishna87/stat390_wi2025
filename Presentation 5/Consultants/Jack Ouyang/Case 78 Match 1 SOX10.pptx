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89c82303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89c82303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89c8230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89c8230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78 Match 1 SOX10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 Ouyang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case_78_match_1_sox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927" y="0"/>
            <a:ext cx="7968143" cy="5143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14"/>
          <p:cNvCxnSpPr/>
          <p:nvPr/>
        </p:nvCxnSpPr>
        <p:spPr>
          <a:xfrm flipH="1">
            <a:off x="6227350" y="100925"/>
            <a:ext cx="211800" cy="444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Screenshot 2025-03-18 at 11.03.0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25" y="548603"/>
            <a:ext cx="4257675" cy="420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 title="Screenshot 2025-03-18 at 2.28.4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7250" y="548600"/>
            <a:ext cx="4257675" cy="42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
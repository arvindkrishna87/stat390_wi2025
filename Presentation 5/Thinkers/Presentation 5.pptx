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271366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271366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2713668d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2713668d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bf1d0ec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bf1d0e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713668d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713668d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2713668d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2713668d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2818bb7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2818bb7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be4c2d4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be4c2d4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2713668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2713668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285cb5b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285cb5b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285cb5b6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285cb5b6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285cb5b6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285cb5b6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85cb5b6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85cb5b6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github.com/arvindkrishna87/STAT390_WI2025/tree/main/Presentation%205/Thinkers/Kota%20Suzuki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rvindkrishna87/STAT390_WI2025/blob/main/Presentation%205/Coders/Ryan%20Lach/Gradient_Normal_Patches.ipynb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Patching - Anna, Kota, Jake, John, and Ryan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Incorporate code that handles epithelium-within-epithelium edge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“Big patch” and “Small patch” issue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Removing ad-hoc parameters — specifically `smoothing_size`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Handle patches straddling over two distinct regions of epithelium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Contour-within-Contour Code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603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in progress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Implemented new contour retrieval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Using same logic as defined in previous 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patching algorithm isn’t drawing any squares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have to do some debugging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275" y="2666775"/>
            <a:ext cx="1701775" cy="207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4269" y="445025"/>
            <a:ext cx="1701775" cy="20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“Big patch” and “small patch”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6875"/>
            <a:ext cx="84582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 the area of the contour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now define “big” and “small” patches by the area of the contour it covers → no need for ad-hoc limitations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752" y="2483475"/>
            <a:ext cx="3189100" cy="21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4161888" y="3150688"/>
            <a:ext cx="820200" cy="78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3148" y="2524339"/>
            <a:ext cx="3189101" cy="203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61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1 to Eliminate `smoothing_size`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625" y="1592125"/>
            <a:ext cx="4419600" cy="281749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311700" y="8346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Github Link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85725" y="1448400"/>
            <a:ext cx="3742200" cy="28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Create multiple tangents (±75, ±100, ±150, ±200 pixels) on one point → take the average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need for `smoothing_size` parameter but slightly longer run-time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73675"/>
            <a:ext cx="4442700" cy="3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Apply Gaussian smoothing to contour points to remove noise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Sigma (for std) is defined in terms of the length of each contour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Compute the gradients of X and Y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Using np.gradient allows for </a:t>
            </a:r>
            <a:r>
              <a:rPr lang="en"/>
              <a:t>vectorization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 these </a:t>
            </a:r>
            <a:r>
              <a:rPr lang="en"/>
              <a:t>together</a:t>
            </a:r>
            <a:r>
              <a:rPr lang="en"/>
              <a:t> to </a:t>
            </a:r>
            <a:r>
              <a:rPr lang="en"/>
              <a:t>find</a:t>
            </a:r>
            <a:r>
              <a:rPr lang="en"/>
              <a:t> tangent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Then rotate 90 degrees for normal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Only remaining parameter is overlap_threhold</a:t>
            </a:r>
            <a:br>
              <a:rPr lang="en"/>
            </a:b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np.gradient method provides accurate tangents for every point of the contour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Without noise filtering and accurate gradients they veer in many directions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11700" y="71197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Github Link</a:t>
            </a:r>
            <a:endParaRPr/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3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2 to Eliminate `smoothing_size`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0" l="0" r="1156" t="0"/>
          <a:stretch/>
        </p:blipFill>
        <p:spPr>
          <a:xfrm>
            <a:off x="4831850" y="1524575"/>
            <a:ext cx="4037401" cy="25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Sigma on Tangents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1225525" y="3607925"/>
            <a:ext cx="774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70							254							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00" y="1690675"/>
            <a:ext cx="2898550" cy="18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000" y="1690675"/>
            <a:ext cx="2806653" cy="17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4300" y="1762800"/>
            <a:ext cx="2607449" cy="16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102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patches that contain two distinct regions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38" y="2419663"/>
            <a:ext cx="3850951" cy="24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4246063" y="3312025"/>
            <a:ext cx="820200" cy="78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413" y="2421621"/>
            <a:ext cx="3850951" cy="2454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54750" y="611725"/>
            <a:ext cx="84345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Look at the pixel values of the sides of patches: if we detect epithelium → non-epithelium → epithelium patterns, it means that the patch straddles over two distinct regions of epithelium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If this happens, we skip that patch and we re-patch smaller square that doesn’t have sides with that pattern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longer performs as well — </a:t>
            </a:r>
            <a:r>
              <a:rPr lang="en" sz="1800">
                <a:solidFill>
                  <a:schemeClr val="dk2"/>
                </a:solidFill>
                <a:highlight>
                  <a:srgbClr val="FFE599"/>
                </a:highlight>
              </a:rPr>
              <a:t>still a work in progress</a:t>
            </a:r>
            <a:endParaRPr sz="1800">
              <a:solidFill>
                <a:schemeClr val="dk2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Putting Everything Together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1545" r="0" t="0"/>
          <a:stretch/>
        </p:blipFill>
        <p:spPr>
          <a:xfrm>
            <a:off x="466425" y="1017725"/>
            <a:ext cx="836587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Putting Everything Together - Kota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354750" y="1017725"/>
            <a:ext cx="84345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case_25_match_1</a:t>
            </a:r>
            <a:endParaRPr sz="1800">
              <a:solidFill>
                <a:schemeClr val="dk2"/>
              </a:solidFill>
              <a:highlight>
                <a:srgbClr val="FFE599"/>
              </a:highlight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50" y="1493585"/>
            <a:ext cx="3128274" cy="340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3639400" y="1625700"/>
            <a:ext cx="52881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Metric        Value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total_epithelium_coverage    87.722822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background_pixel_percent    14.433126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                     score    87.291633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          extension_factor     1.100000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                 step_size     2.000000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                 max_width  2048.000000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         overlap_threshold     0.300000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Putting Everything Together - Ryan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354750" y="1017725"/>
            <a:ext cx="84345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</a:t>
            </a:r>
            <a:r>
              <a:rPr lang="en" sz="1800">
                <a:solidFill>
                  <a:schemeClr val="dk2"/>
                </a:solidFill>
              </a:rPr>
              <a:t>ase_25_match_1</a:t>
            </a:r>
            <a:endParaRPr sz="1800">
              <a:solidFill>
                <a:schemeClr val="dk2"/>
              </a:solidFill>
              <a:highlight>
                <a:srgbClr val="FFE599"/>
              </a:highlight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50" y="1493585"/>
            <a:ext cx="3128274" cy="340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3639400" y="1625700"/>
            <a:ext cx="52881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Metric        Value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 total_epithelium_coverage    95.065965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background_pixel_percent    10.845231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                     score    93.883726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          extension_factor     1.100000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                 step_size     2.000000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                 max_width  2048.000000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         overlap_threshold     0.300000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750" y="1493586"/>
            <a:ext cx="3128273" cy="346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Putting Everything Together - Ryan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case still runs into the small patch problem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925" y="1701400"/>
            <a:ext cx="2802950" cy="29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825" y="1785475"/>
            <a:ext cx="2620242" cy="29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 rotWithShape="1">
          <a:blip r:embed="rId4">
            <a:alphaModFix/>
          </a:blip>
          <a:srcRect b="89078" l="0" r="91022" t="0"/>
          <a:stretch/>
        </p:blipFill>
        <p:spPr>
          <a:xfrm>
            <a:off x="3495075" y="1729425"/>
            <a:ext cx="2153856" cy="29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
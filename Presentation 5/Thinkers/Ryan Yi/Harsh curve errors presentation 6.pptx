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18ac850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18ac850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18ac8507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18ac8507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18ac8507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18ac8507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Harsh curve errors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Ryan Yi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pictures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08950" y="1203850"/>
            <a:ext cx="405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exist right before a harsh curve.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Ex. if we were to imagine it like a curve with a local maxima/minima, it usually is a couple of pixels to the left or right of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 really a small patch issue, it just happens to be a small patch but large patches with same characteristics exist. Indicating that its a tangent/normal issue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379" y="1557875"/>
            <a:ext cx="2501175" cy="363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9874" y="132274"/>
            <a:ext cx="1654725" cy="13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6400" y="426238"/>
            <a:ext cx="11239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9850" y="2888688"/>
            <a:ext cx="162877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6925" y="1795300"/>
            <a:ext cx="17335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0525" y="4058275"/>
            <a:ext cx="723900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06225" y="10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into a specific </a:t>
            </a:r>
            <a:r>
              <a:rPr lang="en"/>
              <a:t>case_12_match_1_sox10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208950" y="1203850"/>
            <a:ext cx="353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carefully at the slopes of the micro imperfections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My hypothesis is that these small imperfections give the algorithm a chance to create a point on the imperfection, resulting in a normal going in a way it probably shouldn’t go.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Most of the time, </a:t>
            </a:r>
            <a:r>
              <a:rPr lang="en"/>
              <a:t>it's</a:t>
            </a:r>
            <a:r>
              <a:rPr lang="en"/>
              <a:t> a super small patch because it touches the non </a:t>
            </a:r>
            <a:r>
              <a:rPr lang="en"/>
              <a:t>epithelium</a:t>
            </a:r>
            <a:r>
              <a:rPr lang="en"/>
              <a:t> pretty early, but sometimes it can go on for a long time creating a large “small patch”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">
            <a:off x="5907050" y="2856351"/>
            <a:ext cx="2459325" cy="1886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0951" y="956226"/>
            <a:ext cx="2538725" cy="19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433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look closely there are slight imperfections due to the pixel scaling. As a result there are slight ridges that cause the normal to look something like in the image on the right. There needs to be a way to filter out.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Many ways to do this, most obvious being to change the smoothing parameters.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 unique to just small patches. Can exist for large patches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351374">
            <a:off x="5367627" y="1312175"/>
            <a:ext cx="2633826" cy="202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
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Lexend Light"/>
      <p:regular r:id="rId12"/>
      <p:bold r:id="rId13"/>
    </p:embeddedFont>
    <p:embeddedFont>
      <p:font typeface="Merriweather Light"/>
      <p:regular r:id="rId14"/>
      <p:bold r:id="rId15"/>
      <p:italic r:id="rId16"/>
      <p:boldItalic r:id="rId17"/>
    </p:embeddedFont>
    <p:embeddedFont>
      <p:font typeface="Lexend"/>
      <p:regular r:id="rId18"/>
      <p:bold r:id="rId19"/>
    </p:embeddedFont>
    <p:embeddedFont>
      <p:font typeface="Merriweather"/>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regular.fntdata"/><Relationship Id="rId22" Type="http://schemas.openxmlformats.org/officeDocument/2006/relationships/font" Target="fonts/Merriweather-italic.fntdata"/><Relationship Id="rId21" Type="http://schemas.openxmlformats.org/officeDocument/2006/relationships/font" Target="fonts/Merriweather-bold.fntdata"/><Relationship Id="rId23" Type="http://schemas.openxmlformats.org/officeDocument/2006/relationships/font" Target="fonts/Merriweath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LexendLight-bold.fntdata"/><Relationship Id="rId12" Type="http://schemas.openxmlformats.org/officeDocument/2006/relationships/font" Target="fonts/LexendLight-regular.fntdata"/><Relationship Id="rId15" Type="http://schemas.openxmlformats.org/officeDocument/2006/relationships/font" Target="fonts/MerriweatherLight-bold.fntdata"/><Relationship Id="rId14" Type="http://schemas.openxmlformats.org/officeDocument/2006/relationships/font" Target="fonts/MerriweatherLight-regular.fntdata"/><Relationship Id="rId17" Type="http://schemas.openxmlformats.org/officeDocument/2006/relationships/font" Target="fonts/MerriweatherLight-boldItalic.fntdata"/><Relationship Id="rId16" Type="http://schemas.openxmlformats.org/officeDocument/2006/relationships/font" Target="fonts/MerriweatherLight-italic.fntdata"/><Relationship Id="rId19" Type="http://schemas.openxmlformats.org/officeDocument/2006/relationships/font" Target="fonts/Lexend-bold.fntdata"/><Relationship Id="rId18"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4160c1f0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4160c1f0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160c1f0ba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160c1f0ba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4160c1f0ba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4160c1f0ba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4160c1f0ba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4160c1f0ba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418aaf62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418aaf6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41a5bac3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41a5bac3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Light"/>
              <a:ea typeface="Lexend Light"/>
              <a:cs typeface="Lexend Light"/>
              <a:sym typeface="Lexend Light"/>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type="title">
  <p:cSld name="TITLE">
    <p:spTree>
      <p:nvGrpSpPr>
        <p:cNvPr id="131" name="Shape 131"/>
        <p:cNvGrpSpPr/>
        <p:nvPr/>
      </p:nvGrpSpPr>
      <p:grpSpPr>
        <a:xfrm>
          <a:off x="0" y="0"/>
          <a:ext cx="0" cy="0"/>
          <a:chOff x="0" y="0"/>
          <a:chExt cx="0" cy="0"/>
        </a:xfrm>
      </p:grpSpPr>
      <p:sp>
        <p:nvSpPr>
          <p:cNvPr id="132" name="Google Shape;132;p23"/>
          <p:cNvSpPr/>
          <p:nvPr>
            <p:ph idx="2" type="pic"/>
          </p:nvPr>
        </p:nvSpPr>
        <p:spPr>
          <a:xfrm>
            <a:off x="0" y="1693150"/>
            <a:ext cx="4494900" cy="2755800"/>
          </a:xfrm>
          <a:prstGeom prst="rect">
            <a:avLst/>
          </a:prstGeom>
          <a:noFill/>
          <a:ln>
            <a:noFill/>
          </a:ln>
        </p:spPr>
      </p:sp>
      <p:sp>
        <p:nvSpPr>
          <p:cNvPr id="133" name="Google Shape;133;p23"/>
          <p:cNvSpPr txBox="1"/>
          <p:nvPr/>
        </p:nvSpPr>
        <p:spPr>
          <a:xfrm>
            <a:off x="0" y="-125188"/>
            <a:ext cx="9144000" cy="152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sz="11800">
              <a:latin typeface="Merriweather Light"/>
              <a:ea typeface="Merriweather Light"/>
              <a:cs typeface="Merriweather Light"/>
              <a:sym typeface="Merriweather Light"/>
            </a:endParaRPr>
          </a:p>
        </p:txBody>
      </p:sp>
      <p:sp>
        <p:nvSpPr>
          <p:cNvPr id="134" name="Google Shape;134;p23"/>
          <p:cNvSpPr txBox="1"/>
          <p:nvPr>
            <p:ph idx="1" type="subTitle"/>
          </p:nvPr>
        </p:nvSpPr>
        <p:spPr>
          <a:xfrm>
            <a:off x="4658775" y="4015525"/>
            <a:ext cx="4256400" cy="8994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3000"/>
              <a:buFont typeface="Merriweather Light"/>
              <a:buNone/>
              <a:defRPr sz="3000">
                <a:latin typeface="Merriweather Light"/>
                <a:ea typeface="Merriweather Light"/>
                <a:cs typeface="Merriweather Light"/>
                <a:sym typeface="Merriweather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3"/>
          <p:cNvSpPr txBox="1"/>
          <p:nvPr>
            <p:ph idx="3" type="body"/>
          </p:nvPr>
        </p:nvSpPr>
        <p:spPr>
          <a:xfrm>
            <a:off x="4658775" y="2585350"/>
            <a:ext cx="4278600" cy="80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Char char="●"/>
              <a:defRPr>
                <a:solidFill>
                  <a:schemeClr val="dk2"/>
                </a:solidFill>
              </a:defRPr>
            </a:lvl1pPr>
            <a:lvl2pPr indent="-285750" lvl="1" marL="914400">
              <a:spcBef>
                <a:spcPts val="0"/>
              </a:spcBef>
              <a:spcAft>
                <a:spcPts val="0"/>
              </a:spcAft>
              <a:buClr>
                <a:schemeClr val="dk2"/>
              </a:buClr>
              <a:buSzPts val="900"/>
              <a:buChar char="○"/>
              <a:defRPr>
                <a:solidFill>
                  <a:schemeClr val="dk2"/>
                </a:solidFill>
              </a:defRPr>
            </a:lvl2pPr>
            <a:lvl3pPr indent="-285750" lvl="2" marL="1371600">
              <a:spcBef>
                <a:spcPts val="0"/>
              </a:spcBef>
              <a:spcAft>
                <a:spcPts val="0"/>
              </a:spcAft>
              <a:buClr>
                <a:schemeClr val="dk2"/>
              </a:buClr>
              <a:buSzPts val="900"/>
              <a:buChar char="■"/>
              <a:defRPr>
                <a:solidFill>
                  <a:schemeClr val="dk2"/>
                </a:solidFill>
              </a:defRPr>
            </a:lvl3pPr>
            <a:lvl4pPr indent="-285750" lvl="3" marL="1828800">
              <a:spcBef>
                <a:spcPts val="0"/>
              </a:spcBef>
              <a:spcAft>
                <a:spcPts val="0"/>
              </a:spcAft>
              <a:buClr>
                <a:schemeClr val="dk2"/>
              </a:buClr>
              <a:buSzPts val="900"/>
              <a:buChar char="●"/>
              <a:defRPr>
                <a:solidFill>
                  <a:schemeClr val="dk2"/>
                </a:solidFill>
              </a:defRPr>
            </a:lvl4pPr>
            <a:lvl5pPr indent="-285750" lvl="4" marL="2286000">
              <a:spcBef>
                <a:spcPts val="0"/>
              </a:spcBef>
              <a:spcAft>
                <a:spcPts val="0"/>
              </a:spcAft>
              <a:buClr>
                <a:schemeClr val="dk2"/>
              </a:buClr>
              <a:buSzPts val="900"/>
              <a:buChar char="○"/>
              <a:defRPr>
                <a:solidFill>
                  <a:schemeClr val="dk2"/>
                </a:solidFill>
              </a:defRPr>
            </a:lvl5pPr>
            <a:lvl6pPr indent="-285750" lvl="5" marL="2743200">
              <a:spcBef>
                <a:spcPts val="0"/>
              </a:spcBef>
              <a:spcAft>
                <a:spcPts val="0"/>
              </a:spcAft>
              <a:buClr>
                <a:schemeClr val="dk2"/>
              </a:buClr>
              <a:buSzPts val="900"/>
              <a:buChar char="■"/>
              <a:defRPr>
                <a:solidFill>
                  <a:schemeClr val="dk2"/>
                </a:solidFill>
              </a:defRPr>
            </a:lvl6pPr>
            <a:lvl7pPr indent="-285750" lvl="6" marL="3200400">
              <a:spcBef>
                <a:spcPts val="0"/>
              </a:spcBef>
              <a:spcAft>
                <a:spcPts val="0"/>
              </a:spcAft>
              <a:buClr>
                <a:schemeClr val="dk2"/>
              </a:buClr>
              <a:buSzPts val="900"/>
              <a:buChar char="●"/>
              <a:defRPr>
                <a:solidFill>
                  <a:schemeClr val="dk2"/>
                </a:solidFill>
              </a:defRPr>
            </a:lvl7pPr>
            <a:lvl8pPr indent="-285750" lvl="7" marL="3657600">
              <a:spcBef>
                <a:spcPts val="0"/>
              </a:spcBef>
              <a:spcAft>
                <a:spcPts val="0"/>
              </a:spcAft>
              <a:buClr>
                <a:schemeClr val="dk2"/>
              </a:buClr>
              <a:buSzPts val="900"/>
              <a:buChar char="○"/>
              <a:defRPr>
                <a:solidFill>
                  <a:schemeClr val="dk2"/>
                </a:solidFill>
              </a:defRPr>
            </a:lvl8pPr>
            <a:lvl9pPr indent="-285750" lvl="8" marL="4114800">
              <a:spcBef>
                <a:spcPts val="0"/>
              </a:spcBef>
              <a:spcAft>
                <a:spcPts val="0"/>
              </a:spcAft>
              <a:buClr>
                <a:schemeClr val="dk2"/>
              </a:buClr>
              <a:buSzPts val="900"/>
              <a:buChar char="■"/>
              <a:defRPr>
                <a:solidFill>
                  <a:schemeClr val="dk2"/>
                </a:solidFill>
              </a:defRPr>
            </a:lvl9pPr>
          </a:lstStyle>
          <a:p/>
        </p:txBody>
      </p:sp>
      <p:sp>
        <p:nvSpPr>
          <p:cNvPr id="136" name="Google Shape;136;p23"/>
          <p:cNvSpPr txBox="1"/>
          <p:nvPr>
            <p:ph type="title"/>
          </p:nvPr>
        </p:nvSpPr>
        <p:spPr>
          <a:xfrm>
            <a:off x="0" y="-204100"/>
            <a:ext cx="9144000" cy="1687500"/>
          </a:xfrm>
          <a:prstGeom prst="rect">
            <a:avLst/>
          </a:prstGeom>
        </p:spPr>
        <p:txBody>
          <a:bodyPr anchorCtr="0" anchor="t" bIns="91425" lIns="91425" spcFirstLastPara="1" rIns="91425" wrap="square" tIns="91425">
            <a:noAutofit/>
          </a:bodyPr>
          <a:lstStyle>
            <a:lvl1pPr lvl="0">
              <a:spcBef>
                <a:spcPts val="0"/>
              </a:spcBef>
              <a:spcAft>
                <a:spcPts val="0"/>
              </a:spcAft>
              <a:buSzPts val="11800"/>
              <a:buFont typeface="Merriweather Light"/>
              <a:buNone/>
              <a:defRPr sz="11800"/>
            </a:lvl1pPr>
            <a:lvl2pPr lvl="1">
              <a:spcBef>
                <a:spcPts val="0"/>
              </a:spcBef>
              <a:spcAft>
                <a:spcPts val="0"/>
              </a:spcAft>
              <a:buSzPts val="11800"/>
              <a:buFont typeface="Merriweather Light"/>
              <a:buNone/>
              <a:defRPr sz="11800"/>
            </a:lvl2pPr>
            <a:lvl3pPr lvl="2">
              <a:spcBef>
                <a:spcPts val="0"/>
              </a:spcBef>
              <a:spcAft>
                <a:spcPts val="0"/>
              </a:spcAft>
              <a:buSzPts val="11800"/>
              <a:buFont typeface="Merriweather Light"/>
              <a:buNone/>
              <a:defRPr sz="11800"/>
            </a:lvl3pPr>
            <a:lvl4pPr lvl="3">
              <a:spcBef>
                <a:spcPts val="0"/>
              </a:spcBef>
              <a:spcAft>
                <a:spcPts val="0"/>
              </a:spcAft>
              <a:buSzPts val="11800"/>
              <a:buFont typeface="Merriweather Light"/>
              <a:buNone/>
              <a:defRPr sz="11800"/>
            </a:lvl4pPr>
            <a:lvl5pPr lvl="4">
              <a:spcBef>
                <a:spcPts val="0"/>
              </a:spcBef>
              <a:spcAft>
                <a:spcPts val="0"/>
              </a:spcAft>
              <a:buSzPts val="11800"/>
              <a:buFont typeface="Merriweather Light"/>
              <a:buNone/>
              <a:defRPr sz="11800"/>
            </a:lvl5pPr>
            <a:lvl6pPr lvl="5">
              <a:spcBef>
                <a:spcPts val="0"/>
              </a:spcBef>
              <a:spcAft>
                <a:spcPts val="0"/>
              </a:spcAft>
              <a:buSzPts val="11800"/>
              <a:buFont typeface="Merriweather Light"/>
              <a:buNone/>
              <a:defRPr sz="11800"/>
            </a:lvl6pPr>
            <a:lvl7pPr lvl="6">
              <a:spcBef>
                <a:spcPts val="0"/>
              </a:spcBef>
              <a:spcAft>
                <a:spcPts val="0"/>
              </a:spcAft>
              <a:buSzPts val="11800"/>
              <a:buFont typeface="Merriweather Light"/>
              <a:buNone/>
              <a:defRPr sz="11800"/>
            </a:lvl7pPr>
            <a:lvl8pPr lvl="7">
              <a:spcBef>
                <a:spcPts val="0"/>
              </a:spcBef>
              <a:spcAft>
                <a:spcPts val="0"/>
              </a:spcAft>
              <a:buSzPts val="11800"/>
              <a:buFont typeface="Merriweather Light"/>
              <a:buNone/>
              <a:defRPr sz="11800"/>
            </a:lvl8pPr>
            <a:lvl9pPr lvl="8">
              <a:spcBef>
                <a:spcPts val="0"/>
              </a:spcBef>
              <a:spcAft>
                <a:spcPts val="0"/>
              </a:spcAft>
              <a:buSzPts val="11800"/>
              <a:buFont typeface="Merriweather Light"/>
              <a:buNone/>
              <a:defRPr sz="11800"/>
            </a:lvl9pPr>
          </a:lstStyle>
          <a:p/>
        </p:txBody>
      </p:sp>
      <p:sp>
        <p:nvSpPr>
          <p:cNvPr id="137" name="Google Shape;137;p23"/>
          <p:cNvSpPr txBox="1"/>
          <p:nvPr>
            <p:ph idx="4" type="body"/>
          </p:nvPr>
        </p:nvSpPr>
        <p:spPr>
          <a:xfrm>
            <a:off x="228600" y="4597400"/>
            <a:ext cx="3150000" cy="31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spTree>
      <p:nvGrpSpPr>
        <p:cNvPr id="138" name="Shape 138"/>
        <p:cNvGrpSpPr/>
        <p:nvPr/>
      </p:nvGrpSpPr>
      <p:grpSpPr>
        <a:xfrm>
          <a:off x="0" y="0"/>
          <a:ext cx="0" cy="0"/>
          <a:chOff x="0" y="0"/>
          <a:chExt cx="0" cy="0"/>
        </a:xfrm>
      </p:grpSpPr>
      <p:sp>
        <p:nvSpPr>
          <p:cNvPr id="139" name="Google Shape;139;p24"/>
          <p:cNvSpPr/>
          <p:nvPr>
            <p:ph idx="2" type="pic"/>
          </p:nvPr>
        </p:nvSpPr>
        <p:spPr>
          <a:xfrm>
            <a:off x="0" y="0"/>
            <a:ext cx="8583300" cy="3954600"/>
          </a:xfrm>
          <a:prstGeom prst="rect">
            <a:avLst/>
          </a:prstGeom>
          <a:noFill/>
          <a:ln>
            <a:noFill/>
          </a:ln>
        </p:spPr>
      </p:sp>
      <p:sp>
        <p:nvSpPr>
          <p:cNvPr id="140" name="Google Shape;140;p24"/>
          <p:cNvSpPr txBox="1"/>
          <p:nvPr>
            <p:ph type="title"/>
          </p:nvPr>
        </p:nvSpPr>
        <p:spPr>
          <a:xfrm>
            <a:off x="228600" y="4076300"/>
            <a:ext cx="8354700" cy="1067400"/>
          </a:xfrm>
          <a:prstGeom prst="rect">
            <a:avLst/>
          </a:prstGeom>
        </p:spPr>
        <p:txBody>
          <a:bodyPr anchorCtr="0" anchor="t" bIns="91425" lIns="91425" spcFirstLastPara="1" rIns="91425" wrap="square" tIns="91425">
            <a:normAutofit/>
          </a:bodyPr>
          <a:lstStyle>
            <a:lvl1pPr lvl="0">
              <a:spcBef>
                <a:spcPts val="0"/>
              </a:spcBef>
              <a:spcAft>
                <a:spcPts val="0"/>
              </a:spcAft>
              <a:buSzPts val="7200"/>
              <a:buFont typeface="Merriweather Light"/>
              <a:buNone/>
              <a:defRPr sz="7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41" name="Google Shape;141;p24"/>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42" name="Google Shape;142;p24"/>
          <p:cNvSpPr txBox="1"/>
          <p:nvPr>
            <p:ph idx="3"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43" name="Google Shape;143;p24"/>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44" name="Google Shape;144;p24"/>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s / Clients" type="tx">
  <p:cSld name="TITLE_AND_BODY">
    <p:spTree>
      <p:nvGrpSpPr>
        <p:cNvPr id="145" name="Shape 145"/>
        <p:cNvGrpSpPr/>
        <p:nvPr/>
      </p:nvGrpSpPr>
      <p:grpSpPr>
        <a:xfrm>
          <a:off x="0" y="0"/>
          <a:ext cx="0" cy="0"/>
          <a:chOff x="0" y="0"/>
          <a:chExt cx="0" cy="0"/>
        </a:xfrm>
      </p:grpSpPr>
      <p:cxnSp>
        <p:nvCxnSpPr>
          <p:cNvPr id="146" name="Google Shape;146;p25"/>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47" name="Google Shape;147;p25"/>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48" name="Google Shape;148;p25"/>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49" name="Google Shape;149;p25"/>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150" name="Google Shape;150;p25"/>
          <p:cNvSpPr txBox="1"/>
          <p:nvPr>
            <p:ph idx="4"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51" name="Google Shape;151;p25"/>
          <p:cNvSpPr txBox="1"/>
          <p:nvPr>
            <p:ph idx="5" type="title"/>
          </p:nvPr>
        </p:nvSpPr>
        <p:spPr>
          <a:xfrm>
            <a:off x="228600" y="516850"/>
            <a:ext cx="7619700" cy="5097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a:buNone/>
              <a:defRPr>
                <a:latin typeface="Merriweather"/>
                <a:ea typeface="Merriweather"/>
                <a:cs typeface="Merriweather"/>
                <a:sym typeface="Merriweather"/>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52" name="Google Shape;152;p25"/>
          <p:cNvCxnSpPr/>
          <p:nvPr/>
        </p:nvCxnSpPr>
        <p:spPr>
          <a:xfrm>
            <a:off x="0" y="22128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153" name="Google Shape;153;p25"/>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154" name="Google Shape;154;p25"/>
          <p:cNvSpPr txBox="1"/>
          <p:nvPr>
            <p:ph idx="1" type="subTitle"/>
          </p:nvPr>
        </p:nvSpPr>
        <p:spPr>
          <a:xfrm>
            <a:off x="228600" y="2353775"/>
            <a:ext cx="2203500" cy="217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erriweath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5"/>
          <p:cNvSpPr txBox="1"/>
          <p:nvPr>
            <p:ph idx="6" type="subTitle"/>
          </p:nvPr>
        </p:nvSpPr>
        <p:spPr>
          <a:xfrm>
            <a:off x="3558200" y="2353775"/>
            <a:ext cx="2037900" cy="217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erriweath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5"/>
          <p:cNvSpPr txBox="1"/>
          <p:nvPr>
            <p:ph idx="7" type="body"/>
          </p:nvPr>
        </p:nvSpPr>
        <p:spPr>
          <a:xfrm>
            <a:off x="229900" y="3034400"/>
            <a:ext cx="3148800" cy="1773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57" name="Google Shape;157;p25"/>
          <p:cNvSpPr txBox="1"/>
          <p:nvPr>
            <p:ph idx="8" type="body"/>
          </p:nvPr>
        </p:nvSpPr>
        <p:spPr>
          <a:xfrm>
            <a:off x="3558200" y="3034400"/>
            <a:ext cx="3148800" cy="1773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
    <p:spTree>
      <p:nvGrpSpPr>
        <p:cNvPr id="158" name="Shape 158"/>
        <p:cNvGrpSpPr/>
        <p:nvPr/>
      </p:nvGrpSpPr>
      <p:grpSpPr>
        <a:xfrm>
          <a:off x="0" y="0"/>
          <a:ext cx="0" cy="0"/>
          <a:chOff x="0" y="0"/>
          <a:chExt cx="0" cy="0"/>
        </a:xfrm>
      </p:grpSpPr>
      <p:cxnSp>
        <p:nvCxnSpPr>
          <p:cNvPr id="159" name="Google Shape;159;p26"/>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60" name="Google Shape;160;p26"/>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61" name="Google Shape;161;p26"/>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62" name="Google Shape;162;p26"/>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lide" type="twoColTx">
  <p:cSld name="TITLE_AND_TWO_COLUMNS">
    <p:spTree>
      <p:nvGrpSpPr>
        <p:cNvPr id="163" name="Shape 163"/>
        <p:cNvGrpSpPr/>
        <p:nvPr/>
      </p:nvGrpSpPr>
      <p:grpSpPr>
        <a:xfrm>
          <a:off x="0" y="0"/>
          <a:ext cx="0" cy="0"/>
          <a:chOff x="0" y="0"/>
          <a:chExt cx="0" cy="0"/>
        </a:xfrm>
      </p:grpSpPr>
      <p:sp>
        <p:nvSpPr>
          <p:cNvPr id="164" name="Google Shape;164;p27"/>
          <p:cNvSpPr/>
          <p:nvPr>
            <p:ph idx="2" type="pic"/>
          </p:nvPr>
        </p:nvSpPr>
        <p:spPr>
          <a:xfrm>
            <a:off x="3558200" y="213800"/>
            <a:ext cx="5025000" cy="2358000"/>
          </a:xfrm>
          <a:prstGeom prst="rect">
            <a:avLst/>
          </a:prstGeom>
          <a:noFill/>
          <a:ln>
            <a:noFill/>
          </a:ln>
        </p:spPr>
      </p:sp>
      <p:sp>
        <p:nvSpPr>
          <p:cNvPr id="165" name="Google Shape;165;p27"/>
          <p:cNvSpPr/>
          <p:nvPr>
            <p:ph idx="3" type="pic"/>
          </p:nvPr>
        </p:nvSpPr>
        <p:spPr>
          <a:xfrm>
            <a:off x="3557075" y="2571750"/>
            <a:ext cx="5025000" cy="2343300"/>
          </a:xfrm>
          <a:prstGeom prst="rect">
            <a:avLst/>
          </a:prstGeom>
          <a:noFill/>
          <a:ln>
            <a:noFill/>
          </a:ln>
        </p:spPr>
      </p:sp>
      <p:cxnSp>
        <p:nvCxnSpPr>
          <p:cNvPr id="166" name="Google Shape;166;p27"/>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67" name="Google Shape;167;p27"/>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68" name="Google Shape;168;p27"/>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69" name="Google Shape;169;p27"/>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170" name="Google Shape;170;p27"/>
          <p:cNvSpPr txBox="1"/>
          <p:nvPr>
            <p:ph idx="6"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71" name="Google Shape;171;p27"/>
          <p:cNvSpPr txBox="1"/>
          <p:nvPr>
            <p:ph idx="7" type="title"/>
          </p:nvPr>
        </p:nvSpPr>
        <p:spPr>
          <a:xfrm>
            <a:off x="231325" y="1403700"/>
            <a:ext cx="3147300" cy="1167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2" name="Google Shape;172;p27"/>
          <p:cNvSpPr txBox="1"/>
          <p:nvPr>
            <p:ph idx="1" type="body"/>
          </p:nvPr>
        </p:nvSpPr>
        <p:spPr>
          <a:xfrm>
            <a:off x="229125" y="2572475"/>
            <a:ext cx="3149400" cy="17547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with captions" type="titleOnly">
  <p:cSld name="TITLE_ONLY">
    <p:spTree>
      <p:nvGrpSpPr>
        <p:cNvPr id="173" name="Shape 173"/>
        <p:cNvGrpSpPr/>
        <p:nvPr/>
      </p:nvGrpSpPr>
      <p:grpSpPr>
        <a:xfrm>
          <a:off x="0" y="0"/>
          <a:ext cx="0" cy="0"/>
          <a:chOff x="0" y="0"/>
          <a:chExt cx="0" cy="0"/>
        </a:xfrm>
      </p:grpSpPr>
      <p:sp>
        <p:nvSpPr>
          <p:cNvPr id="174" name="Google Shape;174;p28"/>
          <p:cNvSpPr/>
          <p:nvPr>
            <p:ph idx="2" type="pic"/>
          </p:nvPr>
        </p:nvSpPr>
        <p:spPr>
          <a:xfrm>
            <a:off x="233775" y="820275"/>
            <a:ext cx="2043000" cy="3507000"/>
          </a:xfrm>
          <a:prstGeom prst="rect">
            <a:avLst/>
          </a:prstGeom>
          <a:noFill/>
          <a:ln>
            <a:noFill/>
          </a:ln>
        </p:spPr>
      </p:sp>
      <p:sp>
        <p:nvSpPr>
          <p:cNvPr id="175" name="Google Shape;175;p28"/>
          <p:cNvSpPr/>
          <p:nvPr>
            <p:ph idx="3" type="pic"/>
          </p:nvPr>
        </p:nvSpPr>
        <p:spPr>
          <a:xfrm>
            <a:off x="2441450" y="1404850"/>
            <a:ext cx="3154200" cy="3507000"/>
          </a:xfrm>
          <a:prstGeom prst="rect">
            <a:avLst/>
          </a:prstGeom>
          <a:noFill/>
          <a:ln>
            <a:noFill/>
          </a:ln>
        </p:spPr>
      </p:sp>
      <p:sp>
        <p:nvSpPr>
          <p:cNvPr id="176" name="Google Shape;176;p28"/>
          <p:cNvSpPr/>
          <p:nvPr>
            <p:ph idx="4" type="pic"/>
          </p:nvPr>
        </p:nvSpPr>
        <p:spPr>
          <a:xfrm>
            <a:off x="5760650" y="818250"/>
            <a:ext cx="2052600" cy="3612900"/>
          </a:xfrm>
          <a:prstGeom prst="rect">
            <a:avLst/>
          </a:prstGeom>
          <a:noFill/>
          <a:ln>
            <a:noFill/>
          </a:ln>
        </p:spPr>
      </p:sp>
      <p:cxnSp>
        <p:nvCxnSpPr>
          <p:cNvPr id="177" name="Google Shape;177;p28"/>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78" name="Google Shape;178;p28"/>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79" name="Google Shape;179;p28"/>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80" name="Google Shape;180;p28"/>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181" name="Google Shape;181;p28"/>
          <p:cNvSpPr txBox="1"/>
          <p:nvPr>
            <p:ph idx="7"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82" name="Google Shape;182;p28"/>
          <p:cNvSpPr txBox="1"/>
          <p:nvPr>
            <p:ph idx="1" type="body"/>
          </p:nvPr>
        </p:nvSpPr>
        <p:spPr>
          <a:xfrm>
            <a:off x="2447900" y="818250"/>
            <a:ext cx="3147600" cy="583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
        <p:nvSpPr>
          <p:cNvPr id="183" name="Google Shape;183;p28"/>
          <p:cNvSpPr txBox="1"/>
          <p:nvPr>
            <p:ph idx="8" type="body"/>
          </p:nvPr>
        </p:nvSpPr>
        <p:spPr>
          <a:xfrm>
            <a:off x="228600" y="4329625"/>
            <a:ext cx="2052600" cy="5835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
        <p:nvSpPr>
          <p:cNvPr id="184" name="Google Shape;184;p28"/>
          <p:cNvSpPr txBox="1"/>
          <p:nvPr>
            <p:ph idx="9" type="body"/>
          </p:nvPr>
        </p:nvSpPr>
        <p:spPr>
          <a:xfrm>
            <a:off x="5755900" y="4431150"/>
            <a:ext cx="2057700" cy="4806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ertise / Skills">
  <p:cSld name="ONE_COLUMN_TEXT">
    <p:spTree>
      <p:nvGrpSpPr>
        <p:cNvPr id="185" name="Shape 185"/>
        <p:cNvGrpSpPr/>
        <p:nvPr/>
      </p:nvGrpSpPr>
      <p:grpSpPr>
        <a:xfrm>
          <a:off x="0" y="0"/>
          <a:ext cx="0" cy="0"/>
          <a:chOff x="0" y="0"/>
          <a:chExt cx="0" cy="0"/>
        </a:xfrm>
      </p:grpSpPr>
      <p:sp>
        <p:nvSpPr>
          <p:cNvPr id="186" name="Google Shape;186;p29"/>
          <p:cNvSpPr txBox="1"/>
          <p:nvPr>
            <p:ph type="title"/>
          </p:nvPr>
        </p:nvSpPr>
        <p:spPr>
          <a:xfrm>
            <a:off x="221950" y="804550"/>
            <a:ext cx="3156600" cy="322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a:buNone/>
              <a:defRPr>
                <a:latin typeface="Merriweather"/>
                <a:ea typeface="Merriweather"/>
                <a:cs typeface="Merriweather"/>
                <a:sym typeface="Merriweather"/>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87" name="Google Shape;187;p29"/>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88" name="Google Shape;188;p29"/>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89" name="Google Shape;189;p29"/>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90" name="Google Shape;190;p29"/>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191" name="Google Shape;191;p29"/>
          <p:cNvSpPr txBox="1"/>
          <p:nvPr>
            <p:ph idx="5"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92" name="Google Shape;192;p29"/>
          <p:cNvSpPr/>
          <p:nvPr>
            <p:ph idx="6" type="pic"/>
          </p:nvPr>
        </p:nvSpPr>
        <p:spPr>
          <a:xfrm>
            <a:off x="3556900" y="818400"/>
            <a:ext cx="2039100" cy="4098600"/>
          </a:xfrm>
          <a:prstGeom prst="rect">
            <a:avLst/>
          </a:prstGeom>
          <a:noFill/>
          <a:ln>
            <a:noFill/>
          </a:ln>
        </p:spPr>
      </p:sp>
      <p:sp>
        <p:nvSpPr>
          <p:cNvPr id="193" name="Google Shape;193;p29"/>
          <p:cNvSpPr/>
          <p:nvPr>
            <p:ph idx="7" type="pic"/>
          </p:nvPr>
        </p:nvSpPr>
        <p:spPr>
          <a:xfrm>
            <a:off x="5758550" y="818400"/>
            <a:ext cx="2052900" cy="4098600"/>
          </a:xfrm>
          <a:prstGeom prst="rect">
            <a:avLst/>
          </a:prstGeom>
          <a:noFill/>
          <a:ln>
            <a:noFill/>
          </a:ln>
        </p:spPr>
      </p:sp>
      <p:sp>
        <p:nvSpPr>
          <p:cNvPr id="194" name="Google Shape;194;p29"/>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195" name="Google Shape;195;p29"/>
          <p:cNvSpPr txBox="1"/>
          <p:nvPr>
            <p:ph idx="8" type="subTitle"/>
          </p:nvPr>
        </p:nvSpPr>
        <p:spPr>
          <a:xfrm>
            <a:off x="3556900" y="213800"/>
            <a:ext cx="22035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196" name="Google Shape;196;p29"/>
          <p:cNvSpPr txBox="1"/>
          <p:nvPr>
            <p:ph idx="9" type="subTitle"/>
          </p:nvPr>
        </p:nvSpPr>
        <p:spPr>
          <a:xfrm>
            <a:off x="5766050" y="213800"/>
            <a:ext cx="2037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age">
  <p:cSld name="MAIN_POINT">
    <p:spTree>
      <p:nvGrpSpPr>
        <p:cNvPr id="197" name="Shape 197"/>
        <p:cNvGrpSpPr/>
        <p:nvPr/>
      </p:nvGrpSpPr>
      <p:grpSpPr>
        <a:xfrm>
          <a:off x="0" y="0"/>
          <a:ext cx="0" cy="0"/>
          <a:chOff x="0" y="0"/>
          <a:chExt cx="0" cy="0"/>
        </a:xfrm>
      </p:grpSpPr>
      <p:sp>
        <p:nvSpPr>
          <p:cNvPr id="198" name="Google Shape;198;p30"/>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199" name="Google Shape;199;p30"/>
          <p:cNvSpPr txBox="1"/>
          <p:nvPr>
            <p:ph idx="2" type="title"/>
          </p:nvPr>
        </p:nvSpPr>
        <p:spPr>
          <a:xfrm>
            <a:off x="228600" y="1984250"/>
            <a:ext cx="4265700" cy="5985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a:buNone/>
              <a:defRPr>
                <a:latin typeface="Merriweather"/>
                <a:ea typeface="Merriweather"/>
                <a:cs typeface="Merriweather"/>
                <a:sym typeface="Merriweather"/>
              </a:defRPr>
            </a:lvl1pPr>
            <a:lvl2pPr lvl="1">
              <a:spcBef>
                <a:spcPts val="0"/>
              </a:spcBef>
              <a:spcAft>
                <a:spcPts val="0"/>
              </a:spcAft>
              <a:buClr>
                <a:schemeClr val="dk1"/>
              </a:buClr>
              <a:buSzPts val="3000"/>
              <a:buFont typeface="Merriweather"/>
              <a:buNone/>
              <a:defRPr>
                <a:latin typeface="Merriweather"/>
                <a:ea typeface="Merriweather"/>
                <a:cs typeface="Merriweather"/>
                <a:sym typeface="Merriweather"/>
              </a:defRPr>
            </a:lvl2pPr>
            <a:lvl3pPr lvl="2">
              <a:spcBef>
                <a:spcPts val="0"/>
              </a:spcBef>
              <a:spcAft>
                <a:spcPts val="0"/>
              </a:spcAft>
              <a:buClr>
                <a:schemeClr val="dk1"/>
              </a:buClr>
              <a:buSzPts val="3000"/>
              <a:buFont typeface="Merriweather"/>
              <a:buNone/>
              <a:defRPr>
                <a:latin typeface="Merriweather"/>
                <a:ea typeface="Merriweather"/>
                <a:cs typeface="Merriweather"/>
                <a:sym typeface="Merriweather"/>
              </a:defRPr>
            </a:lvl3pPr>
            <a:lvl4pPr lvl="3">
              <a:spcBef>
                <a:spcPts val="0"/>
              </a:spcBef>
              <a:spcAft>
                <a:spcPts val="0"/>
              </a:spcAft>
              <a:buClr>
                <a:schemeClr val="dk1"/>
              </a:buClr>
              <a:buSzPts val="3000"/>
              <a:buFont typeface="Merriweather"/>
              <a:buNone/>
              <a:defRPr>
                <a:latin typeface="Merriweather"/>
                <a:ea typeface="Merriweather"/>
                <a:cs typeface="Merriweather"/>
                <a:sym typeface="Merriweather"/>
              </a:defRPr>
            </a:lvl4pPr>
            <a:lvl5pPr lvl="4">
              <a:spcBef>
                <a:spcPts val="0"/>
              </a:spcBef>
              <a:spcAft>
                <a:spcPts val="0"/>
              </a:spcAft>
              <a:buClr>
                <a:schemeClr val="dk1"/>
              </a:buClr>
              <a:buSzPts val="3000"/>
              <a:buFont typeface="Merriweather"/>
              <a:buNone/>
              <a:defRPr>
                <a:latin typeface="Merriweather"/>
                <a:ea typeface="Merriweather"/>
                <a:cs typeface="Merriweather"/>
                <a:sym typeface="Merriweather"/>
              </a:defRPr>
            </a:lvl5pPr>
            <a:lvl6pPr lvl="5">
              <a:spcBef>
                <a:spcPts val="0"/>
              </a:spcBef>
              <a:spcAft>
                <a:spcPts val="0"/>
              </a:spcAft>
              <a:buClr>
                <a:schemeClr val="dk1"/>
              </a:buClr>
              <a:buSzPts val="3000"/>
              <a:buFont typeface="Merriweather"/>
              <a:buNone/>
              <a:defRPr>
                <a:latin typeface="Merriweather"/>
                <a:ea typeface="Merriweather"/>
                <a:cs typeface="Merriweather"/>
                <a:sym typeface="Merriweather"/>
              </a:defRPr>
            </a:lvl6pPr>
            <a:lvl7pPr lvl="6">
              <a:spcBef>
                <a:spcPts val="0"/>
              </a:spcBef>
              <a:spcAft>
                <a:spcPts val="0"/>
              </a:spcAft>
              <a:buClr>
                <a:schemeClr val="dk1"/>
              </a:buClr>
              <a:buSzPts val="3000"/>
              <a:buFont typeface="Merriweather"/>
              <a:buNone/>
              <a:defRPr>
                <a:latin typeface="Merriweather"/>
                <a:ea typeface="Merriweather"/>
                <a:cs typeface="Merriweather"/>
                <a:sym typeface="Merriweather"/>
              </a:defRPr>
            </a:lvl7pPr>
            <a:lvl8pPr lvl="7">
              <a:spcBef>
                <a:spcPts val="0"/>
              </a:spcBef>
              <a:spcAft>
                <a:spcPts val="0"/>
              </a:spcAft>
              <a:buClr>
                <a:schemeClr val="dk1"/>
              </a:buClr>
              <a:buSzPts val="3000"/>
              <a:buFont typeface="Merriweather"/>
              <a:buNone/>
              <a:defRPr>
                <a:latin typeface="Merriweather"/>
                <a:ea typeface="Merriweather"/>
                <a:cs typeface="Merriweather"/>
                <a:sym typeface="Merriweather"/>
              </a:defRPr>
            </a:lvl8pPr>
            <a:lvl9pPr lvl="8">
              <a:spcBef>
                <a:spcPts val="0"/>
              </a:spcBef>
              <a:spcAft>
                <a:spcPts val="0"/>
              </a:spcAft>
              <a:buClr>
                <a:schemeClr val="dk1"/>
              </a:buClr>
              <a:buSzPts val="3000"/>
              <a:buFont typeface="Merriweather"/>
              <a:buNone/>
              <a:defRPr>
                <a:latin typeface="Merriweather"/>
                <a:ea typeface="Merriweather"/>
                <a:cs typeface="Merriweather"/>
                <a:sym typeface="Merriweather"/>
              </a:defRPr>
            </a:lvl9pPr>
          </a:lstStyle>
          <a:p/>
        </p:txBody>
      </p:sp>
      <p:sp>
        <p:nvSpPr>
          <p:cNvPr id="200" name="Google Shape;200;p30"/>
          <p:cNvSpPr txBox="1"/>
          <p:nvPr>
            <p:ph idx="3" type="title"/>
          </p:nvPr>
        </p:nvSpPr>
        <p:spPr>
          <a:xfrm>
            <a:off x="4658875" y="4316425"/>
            <a:ext cx="4256400" cy="598500"/>
          </a:xfrm>
          <a:prstGeom prst="rect">
            <a:avLst/>
          </a:prstGeom>
        </p:spPr>
        <p:txBody>
          <a:bodyPr anchorCtr="0" anchor="t" bIns="91425" lIns="91425" spcFirstLastPara="1" rIns="91425" wrap="square" tIns="91425">
            <a:norm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01" name="Google Shape;201;p30"/>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02" name="Google Shape;202;p30"/>
          <p:cNvSpPr txBox="1"/>
          <p:nvPr>
            <p:ph idx="4" type="body"/>
          </p:nvPr>
        </p:nvSpPr>
        <p:spPr>
          <a:xfrm>
            <a:off x="4658875" y="1984250"/>
            <a:ext cx="4265700" cy="737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wards">
  <p:cSld name="SECTION_TITLE_AND_DESCRIPTION">
    <p:spTree>
      <p:nvGrpSpPr>
        <p:cNvPr id="203" name="Shape 203"/>
        <p:cNvGrpSpPr/>
        <p:nvPr/>
      </p:nvGrpSpPr>
      <p:grpSpPr>
        <a:xfrm>
          <a:off x="0" y="0"/>
          <a:ext cx="0" cy="0"/>
          <a:chOff x="0" y="0"/>
          <a:chExt cx="0" cy="0"/>
        </a:xfrm>
      </p:grpSpPr>
      <p:cxnSp>
        <p:nvCxnSpPr>
          <p:cNvPr id="204" name="Google Shape;204;p31"/>
          <p:cNvCxnSpPr/>
          <p:nvPr/>
        </p:nvCxnSpPr>
        <p:spPr>
          <a:xfrm>
            <a:off x="-125" y="227087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31"/>
          <p:cNvCxnSpPr/>
          <p:nvPr/>
        </p:nvCxnSpPr>
        <p:spPr>
          <a:xfrm>
            <a:off x="-125" y="31495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06" name="Google Shape;206;p31"/>
          <p:cNvCxnSpPr/>
          <p:nvPr/>
        </p:nvCxnSpPr>
        <p:spPr>
          <a:xfrm>
            <a:off x="-125" y="403090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07" name="Google Shape;207;p31"/>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31"/>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209" name="Google Shape;209;p31"/>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10" name="Google Shape;210;p31"/>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11" name="Google Shape;211;p31"/>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12" name="Google Shape;212;p31"/>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13" name="Google Shape;213;p31"/>
          <p:cNvSpPr txBox="1"/>
          <p:nvPr>
            <p:ph idx="5" type="title"/>
          </p:nvPr>
        </p:nvSpPr>
        <p:spPr>
          <a:xfrm>
            <a:off x="1325925" y="1403700"/>
            <a:ext cx="4270200" cy="8646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14" name="Google Shape;214;p31"/>
          <p:cNvSpPr txBox="1"/>
          <p:nvPr>
            <p:ph idx="6" type="title"/>
          </p:nvPr>
        </p:nvSpPr>
        <p:spPr>
          <a:xfrm>
            <a:off x="1325875" y="2273525"/>
            <a:ext cx="4270200" cy="8760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15" name="Google Shape;215;p31"/>
          <p:cNvSpPr txBox="1"/>
          <p:nvPr>
            <p:ph idx="7" type="title"/>
          </p:nvPr>
        </p:nvSpPr>
        <p:spPr>
          <a:xfrm>
            <a:off x="1325875" y="3152225"/>
            <a:ext cx="42702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16" name="Google Shape;216;p31"/>
          <p:cNvSpPr txBox="1"/>
          <p:nvPr>
            <p:ph idx="8" type="title"/>
          </p:nvPr>
        </p:nvSpPr>
        <p:spPr>
          <a:xfrm>
            <a:off x="1325875" y="4036300"/>
            <a:ext cx="42768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17" name="Google Shape;217;p31"/>
          <p:cNvSpPr txBox="1"/>
          <p:nvPr>
            <p:ph idx="1" type="subTitle"/>
          </p:nvPr>
        </p:nvSpPr>
        <p:spPr>
          <a:xfrm>
            <a:off x="228600" y="1403700"/>
            <a:ext cx="937200" cy="86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18" name="Google Shape;218;p31"/>
          <p:cNvSpPr txBox="1"/>
          <p:nvPr>
            <p:ph idx="9" type="subTitle"/>
          </p:nvPr>
        </p:nvSpPr>
        <p:spPr>
          <a:xfrm>
            <a:off x="228600" y="22735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19" name="Google Shape;219;p31"/>
          <p:cNvSpPr txBox="1"/>
          <p:nvPr>
            <p:ph idx="13" type="subTitle"/>
          </p:nvPr>
        </p:nvSpPr>
        <p:spPr>
          <a:xfrm>
            <a:off x="231150" y="3152225"/>
            <a:ext cx="9348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20" name="Google Shape;220;p31"/>
          <p:cNvSpPr txBox="1"/>
          <p:nvPr>
            <p:ph idx="14" type="subTitle"/>
          </p:nvPr>
        </p:nvSpPr>
        <p:spPr>
          <a:xfrm>
            <a:off x="228600" y="40282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21" name="Google Shape;221;p31"/>
          <p:cNvSpPr txBox="1"/>
          <p:nvPr>
            <p:ph idx="15" type="body"/>
          </p:nvPr>
        </p:nvSpPr>
        <p:spPr>
          <a:xfrm>
            <a:off x="5760650" y="1403700"/>
            <a:ext cx="2829600" cy="8616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22" name="Google Shape;222;p31"/>
          <p:cNvSpPr txBox="1"/>
          <p:nvPr>
            <p:ph idx="16" type="body"/>
          </p:nvPr>
        </p:nvSpPr>
        <p:spPr>
          <a:xfrm>
            <a:off x="5760650" y="2268150"/>
            <a:ext cx="28296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23" name="Google Shape;223;p31"/>
          <p:cNvSpPr txBox="1"/>
          <p:nvPr>
            <p:ph idx="17" type="body"/>
          </p:nvPr>
        </p:nvSpPr>
        <p:spPr>
          <a:xfrm>
            <a:off x="5760500" y="3152200"/>
            <a:ext cx="28296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24" name="Google Shape;224;p31"/>
          <p:cNvSpPr txBox="1"/>
          <p:nvPr>
            <p:ph idx="18" type="body"/>
          </p:nvPr>
        </p:nvSpPr>
        <p:spPr>
          <a:xfrm>
            <a:off x="5762750" y="4036238"/>
            <a:ext cx="28341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APTION_ONLY">
    <p:spTree>
      <p:nvGrpSpPr>
        <p:cNvPr id="225" name="Shape 225"/>
        <p:cNvGrpSpPr/>
        <p:nvPr/>
      </p:nvGrpSpPr>
      <p:grpSpPr>
        <a:xfrm>
          <a:off x="0" y="0"/>
          <a:ext cx="0" cy="0"/>
          <a:chOff x="0" y="0"/>
          <a:chExt cx="0" cy="0"/>
        </a:xfrm>
      </p:grpSpPr>
      <p:sp>
        <p:nvSpPr>
          <p:cNvPr id="226" name="Google Shape;226;p32"/>
          <p:cNvSpPr txBox="1"/>
          <p:nvPr>
            <p:ph type="title"/>
          </p:nvPr>
        </p:nvSpPr>
        <p:spPr>
          <a:xfrm>
            <a:off x="-21000" y="-125200"/>
            <a:ext cx="9186000" cy="1558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1800"/>
              <a:buFont typeface="Merriweather Light"/>
              <a:buNone/>
              <a:defRPr sz="118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27" name="Google Shape;227;p32"/>
          <p:cNvSpPr txBox="1"/>
          <p:nvPr>
            <p:ph idx="2" type="title"/>
          </p:nvPr>
        </p:nvSpPr>
        <p:spPr>
          <a:xfrm>
            <a:off x="4658875" y="4316425"/>
            <a:ext cx="4256400" cy="598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28" name="Google Shape;228;p32"/>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BIG_NUMBER">
    <p:spTree>
      <p:nvGrpSpPr>
        <p:cNvPr id="229" name="Shape 229"/>
        <p:cNvGrpSpPr/>
        <p:nvPr/>
      </p:nvGrpSpPr>
      <p:grpSpPr>
        <a:xfrm>
          <a:off x="0" y="0"/>
          <a:ext cx="0" cy="0"/>
          <a:chOff x="0" y="0"/>
          <a:chExt cx="0" cy="0"/>
        </a:xfrm>
      </p:grpSpPr>
      <p:cxnSp>
        <p:nvCxnSpPr>
          <p:cNvPr id="230" name="Google Shape;230;p33"/>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31" name="Google Shape;231;p33"/>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32" name="Google Shape;232;p33"/>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33" name="Google Shape;233;p33"/>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34" name="Google Shape;234;p33"/>
          <p:cNvSpPr/>
          <p:nvPr>
            <p:ph idx="4" type="pic"/>
          </p:nvPr>
        </p:nvSpPr>
        <p:spPr>
          <a:xfrm>
            <a:off x="0" y="0"/>
            <a:ext cx="8582100" cy="51435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8">
    <p:spTree>
      <p:nvGrpSpPr>
        <p:cNvPr id="235" name="Shape 235"/>
        <p:cNvGrpSpPr/>
        <p:nvPr/>
      </p:nvGrpSpPr>
      <p:grpSpPr>
        <a:xfrm>
          <a:off x="0" y="0"/>
          <a:ext cx="0" cy="0"/>
          <a:chOff x="0" y="0"/>
          <a:chExt cx="0" cy="0"/>
        </a:xfrm>
      </p:grpSpPr>
      <p:cxnSp>
        <p:nvCxnSpPr>
          <p:cNvPr id="236" name="Google Shape;236;p34"/>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37" name="Google Shape;237;p34"/>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38" name="Google Shape;238;p34"/>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39" name="Google Shape;239;p34"/>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40" name="Google Shape;240;p34"/>
          <p:cNvSpPr/>
          <p:nvPr>
            <p:ph idx="4" type="pic"/>
          </p:nvPr>
        </p:nvSpPr>
        <p:spPr>
          <a:xfrm>
            <a:off x="0" y="0"/>
            <a:ext cx="8582100" cy="4025100"/>
          </a:xfrm>
          <a:prstGeom prst="rect">
            <a:avLst/>
          </a:prstGeom>
          <a:noFill/>
          <a:ln>
            <a:noFill/>
          </a:ln>
        </p:spPr>
      </p:sp>
      <p:sp>
        <p:nvSpPr>
          <p:cNvPr id="241" name="Google Shape;241;p34"/>
          <p:cNvSpPr txBox="1"/>
          <p:nvPr>
            <p:ph idx="5" type="title"/>
          </p:nvPr>
        </p:nvSpPr>
        <p:spPr>
          <a:xfrm>
            <a:off x="228600" y="4025100"/>
            <a:ext cx="4265700" cy="1119000"/>
          </a:xfrm>
          <a:prstGeom prst="rect">
            <a:avLst/>
          </a:prstGeom>
        </p:spPr>
        <p:txBody>
          <a:bodyPr anchorCtr="0" anchor="ctr"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42" name="Google Shape;242;p34"/>
          <p:cNvSpPr txBox="1"/>
          <p:nvPr>
            <p:ph idx="1" type="body"/>
          </p:nvPr>
        </p:nvSpPr>
        <p:spPr>
          <a:xfrm>
            <a:off x="4658875" y="4025100"/>
            <a:ext cx="3319200" cy="11190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p:cSld name="CUSTOM_2">
    <p:bg>
      <p:bgPr>
        <a:solidFill>
          <a:schemeClr val="lt1"/>
        </a:solidFill>
      </p:bgPr>
    </p:bg>
    <p:spTree>
      <p:nvGrpSpPr>
        <p:cNvPr id="243" name="Shape 243"/>
        <p:cNvGrpSpPr/>
        <p:nvPr/>
      </p:nvGrpSpPr>
      <p:grpSpPr>
        <a:xfrm>
          <a:off x="0" y="0"/>
          <a:ext cx="0" cy="0"/>
          <a:chOff x="0" y="0"/>
          <a:chExt cx="0" cy="0"/>
        </a:xfrm>
      </p:grpSpPr>
      <p:sp>
        <p:nvSpPr>
          <p:cNvPr id="244" name="Google Shape;244;p35"/>
          <p:cNvSpPr/>
          <p:nvPr>
            <p:ph idx="2" type="pic"/>
          </p:nvPr>
        </p:nvSpPr>
        <p:spPr>
          <a:xfrm>
            <a:off x="228600" y="1984250"/>
            <a:ext cx="4263900" cy="2546400"/>
          </a:xfrm>
          <a:prstGeom prst="rect">
            <a:avLst/>
          </a:prstGeom>
          <a:noFill/>
          <a:ln>
            <a:noFill/>
          </a:ln>
        </p:spPr>
      </p:sp>
      <p:sp>
        <p:nvSpPr>
          <p:cNvPr id="245" name="Google Shape;245;p35"/>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46" name="Google Shape;246;p35"/>
          <p:cNvSpPr txBox="1"/>
          <p:nvPr>
            <p:ph idx="1" type="body"/>
          </p:nvPr>
        </p:nvSpPr>
        <p:spPr>
          <a:xfrm>
            <a:off x="4658875" y="1984250"/>
            <a:ext cx="3319200" cy="2154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47" name="Google Shape;247;p35"/>
          <p:cNvSpPr txBox="1"/>
          <p:nvPr>
            <p:ph idx="3"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cxnSp>
        <p:nvCxnSpPr>
          <p:cNvPr id="248" name="Google Shape;248;p35"/>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49" name="Google Shape;249;p35"/>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50" name="Google Shape;250;p35"/>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51" name="Google Shape;251;p35"/>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
  <p:cSld name="CUSTOM_2_1">
    <p:bg>
      <p:bgPr>
        <a:solidFill>
          <a:schemeClr val="lt1"/>
        </a:solidFill>
      </p:bgPr>
    </p:bg>
    <p:spTree>
      <p:nvGrpSpPr>
        <p:cNvPr id="252" name="Shape 252"/>
        <p:cNvGrpSpPr/>
        <p:nvPr/>
      </p:nvGrpSpPr>
      <p:grpSpPr>
        <a:xfrm>
          <a:off x="0" y="0"/>
          <a:ext cx="0" cy="0"/>
          <a:chOff x="0" y="0"/>
          <a:chExt cx="0" cy="0"/>
        </a:xfrm>
      </p:grpSpPr>
      <p:sp>
        <p:nvSpPr>
          <p:cNvPr id="253" name="Google Shape;253;p36"/>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254" name="Google Shape;254;p36"/>
          <p:cNvCxnSpPr/>
          <p:nvPr/>
        </p:nvCxnSpPr>
        <p:spPr>
          <a:xfrm>
            <a:off x="-125" y="227087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5" name="Google Shape;255;p36"/>
          <p:cNvCxnSpPr/>
          <p:nvPr/>
        </p:nvCxnSpPr>
        <p:spPr>
          <a:xfrm>
            <a:off x="-125" y="31495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6" name="Google Shape;256;p36"/>
          <p:cNvCxnSpPr/>
          <p:nvPr/>
        </p:nvCxnSpPr>
        <p:spPr>
          <a:xfrm>
            <a:off x="-125" y="403090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7" name="Google Shape;257;p36"/>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258" name="Google Shape;258;p36"/>
          <p:cNvSpPr txBox="1"/>
          <p:nvPr>
            <p:ph idx="2" type="title"/>
          </p:nvPr>
        </p:nvSpPr>
        <p:spPr>
          <a:xfrm>
            <a:off x="3535725" y="1403700"/>
            <a:ext cx="4270200" cy="8646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59" name="Google Shape;259;p36"/>
          <p:cNvSpPr txBox="1"/>
          <p:nvPr>
            <p:ph idx="3" type="title"/>
          </p:nvPr>
        </p:nvSpPr>
        <p:spPr>
          <a:xfrm>
            <a:off x="3535675" y="2273525"/>
            <a:ext cx="4270200" cy="8760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0" name="Google Shape;260;p36"/>
          <p:cNvSpPr txBox="1"/>
          <p:nvPr>
            <p:ph idx="4" type="title"/>
          </p:nvPr>
        </p:nvSpPr>
        <p:spPr>
          <a:xfrm>
            <a:off x="3535675" y="3152225"/>
            <a:ext cx="42702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1" name="Google Shape;261;p36"/>
          <p:cNvSpPr txBox="1"/>
          <p:nvPr>
            <p:ph idx="5" type="title"/>
          </p:nvPr>
        </p:nvSpPr>
        <p:spPr>
          <a:xfrm>
            <a:off x="3535675" y="4036300"/>
            <a:ext cx="42768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2" name="Google Shape;262;p36"/>
          <p:cNvSpPr txBox="1"/>
          <p:nvPr>
            <p:ph idx="1" type="subTitle"/>
          </p:nvPr>
        </p:nvSpPr>
        <p:spPr>
          <a:xfrm>
            <a:off x="2438400" y="1403700"/>
            <a:ext cx="937200" cy="86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3" name="Google Shape;263;p36"/>
          <p:cNvSpPr txBox="1"/>
          <p:nvPr>
            <p:ph idx="6" type="subTitle"/>
          </p:nvPr>
        </p:nvSpPr>
        <p:spPr>
          <a:xfrm>
            <a:off x="2438400" y="22735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4" name="Google Shape;264;p36"/>
          <p:cNvSpPr txBox="1"/>
          <p:nvPr>
            <p:ph idx="7" type="subTitle"/>
          </p:nvPr>
        </p:nvSpPr>
        <p:spPr>
          <a:xfrm>
            <a:off x="2440950" y="3152225"/>
            <a:ext cx="9348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5" name="Google Shape;265;p36"/>
          <p:cNvSpPr txBox="1"/>
          <p:nvPr>
            <p:ph idx="8" type="subTitle"/>
          </p:nvPr>
        </p:nvSpPr>
        <p:spPr>
          <a:xfrm>
            <a:off x="2438400" y="40282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cxnSp>
        <p:nvCxnSpPr>
          <p:cNvPr id="266" name="Google Shape;266;p36"/>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67" name="Google Shape;267;p36"/>
          <p:cNvSpPr txBox="1"/>
          <p:nvPr>
            <p:ph idx="9"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68" name="Google Shape;268;p36"/>
          <p:cNvSpPr txBox="1"/>
          <p:nvPr>
            <p:ph idx="1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69" name="Google Shape;269;p36"/>
          <p:cNvSpPr txBox="1"/>
          <p:nvPr>
            <p:ph idx="1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ITLE_3">
    <p:bg>
      <p:bgPr>
        <a:solidFill>
          <a:schemeClr val="lt1"/>
        </a:solidFill>
      </p:bgPr>
    </p:bg>
    <p:spTree>
      <p:nvGrpSpPr>
        <p:cNvPr id="270" name="Shape 270"/>
        <p:cNvGrpSpPr/>
        <p:nvPr/>
      </p:nvGrpSpPr>
      <p:grpSpPr>
        <a:xfrm>
          <a:off x="0" y="0"/>
          <a:ext cx="0" cy="0"/>
          <a:chOff x="0" y="0"/>
          <a:chExt cx="0" cy="0"/>
        </a:xfrm>
      </p:grpSpPr>
      <p:sp>
        <p:nvSpPr>
          <p:cNvPr id="271" name="Google Shape;271;p37"/>
          <p:cNvSpPr/>
          <p:nvPr>
            <p:ph idx="2" type="pic"/>
          </p:nvPr>
        </p:nvSpPr>
        <p:spPr>
          <a:xfrm>
            <a:off x="6876275" y="1984258"/>
            <a:ext cx="1707000" cy="2345400"/>
          </a:xfrm>
          <a:prstGeom prst="rect">
            <a:avLst/>
          </a:prstGeom>
          <a:noFill/>
          <a:ln>
            <a:noFill/>
          </a:ln>
        </p:spPr>
      </p:sp>
      <p:sp>
        <p:nvSpPr>
          <p:cNvPr id="272" name="Google Shape;272;p37"/>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73" name="Google Shape;273;p37"/>
          <p:cNvSpPr txBox="1"/>
          <p:nvPr>
            <p:ph idx="3" type="title"/>
          </p:nvPr>
        </p:nvSpPr>
        <p:spPr>
          <a:xfrm>
            <a:off x="228600" y="516850"/>
            <a:ext cx="7619700" cy="50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a:buNone/>
              <a:defRPr>
                <a:latin typeface="Merriweather"/>
                <a:ea typeface="Merriweather"/>
                <a:cs typeface="Merriweather"/>
                <a:sym typeface="Merriweather"/>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274" name="Google Shape;274;p37"/>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75" name="Google Shape;275;p37"/>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76" name="Google Shape;276;p37"/>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77" name="Google Shape;277;p37"/>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78" name="Google Shape;278;p37"/>
          <p:cNvSpPr/>
          <p:nvPr>
            <p:ph idx="7" type="pic"/>
          </p:nvPr>
        </p:nvSpPr>
        <p:spPr>
          <a:xfrm>
            <a:off x="228500" y="1984331"/>
            <a:ext cx="2048100" cy="2333100"/>
          </a:xfrm>
          <a:prstGeom prst="rect">
            <a:avLst/>
          </a:prstGeom>
          <a:noFill/>
          <a:ln>
            <a:noFill/>
          </a:ln>
        </p:spPr>
      </p:sp>
      <p:sp>
        <p:nvSpPr>
          <p:cNvPr id="279" name="Google Shape;279;p37"/>
          <p:cNvSpPr/>
          <p:nvPr>
            <p:ph idx="8" type="pic"/>
          </p:nvPr>
        </p:nvSpPr>
        <p:spPr>
          <a:xfrm>
            <a:off x="2441450" y="1984331"/>
            <a:ext cx="2052900" cy="2333100"/>
          </a:xfrm>
          <a:prstGeom prst="rect">
            <a:avLst/>
          </a:prstGeom>
          <a:noFill/>
          <a:ln>
            <a:noFill/>
          </a:ln>
        </p:spPr>
      </p:sp>
      <p:sp>
        <p:nvSpPr>
          <p:cNvPr id="280" name="Google Shape;280;p37"/>
          <p:cNvSpPr/>
          <p:nvPr>
            <p:ph idx="9" type="pic"/>
          </p:nvPr>
        </p:nvSpPr>
        <p:spPr>
          <a:xfrm>
            <a:off x="4658875" y="1984075"/>
            <a:ext cx="2039100" cy="2345400"/>
          </a:xfrm>
          <a:prstGeom prst="rect">
            <a:avLst/>
          </a:prstGeom>
          <a:noFill/>
          <a:ln>
            <a:noFill/>
          </a:ln>
        </p:spPr>
      </p:sp>
      <p:sp>
        <p:nvSpPr>
          <p:cNvPr id="281" name="Google Shape;281;p37"/>
          <p:cNvSpPr txBox="1"/>
          <p:nvPr>
            <p:ph idx="1" type="subTitle"/>
          </p:nvPr>
        </p:nvSpPr>
        <p:spPr>
          <a:xfrm>
            <a:off x="228600"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82" name="Google Shape;282;p37"/>
          <p:cNvSpPr txBox="1"/>
          <p:nvPr>
            <p:ph idx="13" type="subTitle"/>
          </p:nvPr>
        </p:nvSpPr>
        <p:spPr>
          <a:xfrm>
            <a:off x="2434475"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83" name="Google Shape;283;p37"/>
          <p:cNvSpPr txBox="1"/>
          <p:nvPr>
            <p:ph idx="14" type="subTitle"/>
          </p:nvPr>
        </p:nvSpPr>
        <p:spPr>
          <a:xfrm>
            <a:off x="4658875"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84" name="Google Shape;284;p37"/>
          <p:cNvSpPr txBox="1"/>
          <p:nvPr>
            <p:ph idx="15" type="subTitle"/>
          </p:nvPr>
        </p:nvSpPr>
        <p:spPr>
          <a:xfrm>
            <a:off x="6864750" y="4569975"/>
            <a:ext cx="17256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85" name="Google Shape;285;p37"/>
          <p:cNvSpPr txBox="1"/>
          <p:nvPr>
            <p:ph idx="16" type="subTitle"/>
          </p:nvPr>
        </p:nvSpPr>
        <p:spPr>
          <a:xfrm>
            <a:off x="224125" y="4317425"/>
            <a:ext cx="20481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286" name="Google Shape;286;p37"/>
          <p:cNvSpPr txBox="1"/>
          <p:nvPr>
            <p:ph idx="17" type="subTitle"/>
          </p:nvPr>
        </p:nvSpPr>
        <p:spPr>
          <a:xfrm>
            <a:off x="2441475" y="4317425"/>
            <a:ext cx="2052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287" name="Google Shape;287;p37"/>
          <p:cNvSpPr txBox="1"/>
          <p:nvPr>
            <p:ph idx="18" type="subTitle"/>
          </p:nvPr>
        </p:nvSpPr>
        <p:spPr>
          <a:xfrm>
            <a:off x="4653113" y="4317425"/>
            <a:ext cx="2052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288" name="Google Shape;288;p37"/>
          <p:cNvSpPr txBox="1"/>
          <p:nvPr>
            <p:ph idx="19" type="subTitle"/>
          </p:nvPr>
        </p:nvSpPr>
        <p:spPr>
          <a:xfrm>
            <a:off x="6876275" y="4329650"/>
            <a:ext cx="17070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Data">
  <p:cSld name="CUSTOM_4">
    <p:spTree>
      <p:nvGrpSpPr>
        <p:cNvPr id="289" name="Shape 289"/>
        <p:cNvGrpSpPr/>
        <p:nvPr/>
      </p:nvGrpSpPr>
      <p:grpSpPr>
        <a:xfrm>
          <a:off x="0" y="0"/>
          <a:ext cx="0" cy="0"/>
          <a:chOff x="0" y="0"/>
          <a:chExt cx="0" cy="0"/>
        </a:xfrm>
      </p:grpSpPr>
      <p:cxnSp>
        <p:nvCxnSpPr>
          <p:cNvPr id="290" name="Google Shape;290;p38"/>
          <p:cNvCxnSpPr/>
          <p:nvPr/>
        </p:nvCxnSpPr>
        <p:spPr>
          <a:xfrm>
            <a:off x="-125" y="198402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91" name="Google Shape;291;p38"/>
          <p:cNvCxnSpPr/>
          <p:nvPr/>
        </p:nvCxnSpPr>
        <p:spPr>
          <a:xfrm>
            <a:off x="-125" y="2960983"/>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92" name="Google Shape;292;p38"/>
          <p:cNvCxnSpPr/>
          <p:nvPr/>
        </p:nvCxnSpPr>
        <p:spPr>
          <a:xfrm>
            <a:off x="-125" y="3937942"/>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93" name="Google Shape;293;p38"/>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294" name="Google Shape;294;p38"/>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295" name="Google Shape;295;p38"/>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96" name="Google Shape;296;p38"/>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97" name="Google Shape;297;p38"/>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98" name="Google Shape;298;p38"/>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99" name="Google Shape;299;p38"/>
          <p:cNvSpPr txBox="1"/>
          <p:nvPr>
            <p:ph idx="5" type="title"/>
          </p:nvPr>
        </p:nvSpPr>
        <p:spPr>
          <a:xfrm>
            <a:off x="2276875" y="1018150"/>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0" name="Google Shape;300;p38"/>
          <p:cNvSpPr txBox="1"/>
          <p:nvPr>
            <p:ph idx="6" type="title"/>
          </p:nvPr>
        </p:nvSpPr>
        <p:spPr>
          <a:xfrm>
            <a:off x="2276875" y="2961000"/>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1" name="Google Shape;301;p38"/>
          <p:cNvSpPr txBox="1"/>
          <p:nvPr>
            <p:ph idx="7" type="title"/>
          </p:nvPr>
        </p:nvSpPr>
        <p:spPr>
          <a:xfrm>
            <a:off x="2283475" y="3943850"/>
            <a:ext cx="4233600" cy="97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2" name="Google Shape;302;p38"/>
          <p:cNvSpPr txBox="1"/>
          <p:nvPr>
            <p:ph idx="8" type="title"/>
          </p:nvPr>
        </p:nvSpPr>
        <p:spPr>
          <a:xfrm>
            <a:off x="2276875" y="1984025"/>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3" name="Google Shape;303;p38"/>
          <p:cNvSpPr txBox="1"/>
          <p:nvPr>
            <p:ph idx="9" type="title"/>
          </p:nvPr>
        </p:nvSpPr>
        <p:spPr>
          <a:xfrm>
            <a:off x="228600" y="10072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4" name="Google Shape;304;p38"/>
          <p:cNvSpPr txBox="1"/>
          <p:nvPr>
            <p:ph idx="13" type="title"/>
          </p:nvPr>
        </p:nvSpPr>
        <p:spPr>
          <a:xfrm>
            <a:off x="228600" y="19840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5" name="Google Shape;305;p38"/>
          <p:cNvSpPr txBox="1"/>
          <p:nvPr>
            <p:ph idx="14" type="title"/>
          </p:nvPr>
        </p:nvSpPr>
        <p:spPr>
          <a:xfrm>
            <a:off x="228600" y="29665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6" name="Google Shape;306;p38"/>
          <p:cNvSpPr txBox="1"/>
          <p:nvPr>
            <p:ph idx="15" type="title"/>
          </p:nvPr>
        </p:nvSpPr>
        <p:spPr>
          <a:xfrm>
            <a:off x="228600" y="3938100"/>
            <a:ext cx="2048100" cy="973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2">
  <p:cSld name="CUSTOM_5">
    <p:spTree>
      <p:nvGrpSpPr>
        <p:cNvPr id="307" name="Shape 307"/>
        <p:cNvGrpSpPr/>
        <p:nvPr/>
      </p:nvGrpSpPr>
      <p:grpSpPr>
        <a:xfrm>
          <a:off x="0" y="0"/>
          <a:ext cx="0" cy="0"/>
          <a:chOff x="0" y="0"/>
          <a:chExt cx="0" cy="0"/>
        </a:xfrm>
      </p:grpSpPr>
      <p:sp>
        <p:nvSpPr>
          <p:cNvPr id="308" name="Google Shape;308;p39"/>
          <p:cNvSpPr/>
          <p:nvPr>
            <p:ph idx="2" type="pic"/>
          </p:nvPr>
        </p:nvSpPr>
        <p:spPr>
          <a:xfrm>
            <a:off x="6875200" y="2571758"/>
            <a:ext cx="1707000" cy="2345400"/>
          </a:xfrm>
          <a:prstGeom prst="rect">
            <a:avLst/>
          </a:prstGeom>
          <a:noFill/>
          <a:ln>
            <a:noFill/>
          </a:ln>
        </p:spPr>
      </p:sp>
      <p:sp>
        <p:nvSpPr>
          <p:cNvPr id="309" name="Google Shape;309;p39"/>
          <p:cNvSpPr/>
          <p:nvPr>
            <p:ph idx="3" type="pic"/>
          </p:nvPr>
        </p:nvSpPr>
        <p:spPr>
          <a:xfrm>
            <a:off x="4486003" y="818401"/>
            <a:ext cx="4096200" cy="1588500"/>
          </a:xfrm>
          <a:prstGeom prst="rect">
            <a:avLst/>
          </a:prstGeom>
          <a:noFill/>
          <a:ln>
            <a:noFill/>
          </a:ln>
        </p:spPr>
      </p:sp>
      <p:cxnSp>
        <p:nvCxnSpPr>
          <p:cNvPr id="310" name="Google Shape;310;p39"/>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11" name="Google Shape;311;p39"/>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12" name="Google Shape;312;p39"/>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13" name="Google Shape;313;p39"/>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14" name="Google Shape;314;p39"/>
          <p:cNvSpPr/>
          <p:nvPr>
            <p:ph idx="6" type="pic"/>
          </p:nvPr>
        </p:nvSpPr>
        <p:spPr>
          <a:xfrm>
            <a:off x="228500" y="818404"/>
            <a:ext cx="2048100" cy="1588500"/>
          </a:xfrm>
          <a:prstGeom prst="rect">
            <a:avLst/>
          </a:prstGeom>
          <a:noFill/>
          <a:ln>
            <a:noFill/>
          </a:ln>
        </p:spPr>
      </p:sp>
      <p:sp>
        <p:nvSpPr>
          <p:cNvPr id="315" name="Google Shape;315;p39"/>
          <p:cNvSpPr/>
          <p:nvPr>
            <p:ph idx="7" type="pic"/>
          </p:nvPr>
        </p:nvSpPr>
        <p:spPr>
          <a:xfrm>
            <a:off x="233000" y="2571750"/>
            <a:ext cx="2039100" cy="2345400"/>
          </a:xfrm>
          <a:prstGeom prst="rect">
            <a:avLst/>
          </a:prstGeom>
          <a:noFill/>
          <a:ln>
            <a:noFill/>
          </a:ln>
        </p:spPr>
      </p:sp>
      <p:sp>
        <p:nvSpPr>
          <p:cNvPr id="316" name="Google Shape;316;p39"/>
          <p:cNvSpPr txBox="1"/>
          <p:nvPr>
            <p:ph idx="8"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17" name="Google Shape;317;p39"/>
          <p:cNvSpPr/>
          <p:nvPr>
            <p:ph idx="9" type="pic"/>
          </p:nvPr>
        </p:nvSpPr>
        <p:spPr>
          <a:xfrm>
            <a:off x="2441450" y="2571750"/>
            <a:ext cx="2052900" cy="2345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 / Solution">
  <p:cSld name="CUSTOM_6">
    <p:spTree>
      <p:nvGrpSpPr>
        <p:cNvPr id="318" name="Shape 318"/>
        <p:cNvGrpSpPr/>
        <p:nvPr/>
      </p:nvGrpSpPr>
      <p:grpSpPr>
        <a:xfrm>
          <a:off x="0" y="0"/>
          <a:ext cx="0" cy="0"/>
          <a:chOff x="0" y="0"/>
          <a:chExt cx="0" cy="0"/>
        </a:xfrm>
      </p:grpSpPr>
      <p:sp>
        <p:nvSpPr>
          <p:cNvPr id="319" name="Google Shape;319;p40"/>
          <p:cNvSpPr/>
          <p:nvPr>
            <p:ph idx="2" type="pic"/>
          </p:nvPr>
        </p:nvSpPr>
        <p:spPr>
          <a:xfrm>
            <a:off x="228600" y="2559650"/>
            <a:ext cx="3914100" cy="2352000"/>
          </a:xfrm>
          <a:prstGeom prst="rect">
            <a:avLst/>
          </a:prstGeom>
          <a:noFill/>
          <a:ln>
            <a:noFill/>
          </a:ln>
        </p:spPr>
      </p:sp>
      <p:sp>
        <p:nvSpPr>
          <p:cNvPr id="320" name="Google Shape;320;p40"/>
          <p:cNvSpPr/>
          <p:nvPr>
            <p:ph idx="3" type="pic"/>
          </p:nvPr>
        </p:nvSpPr>
        <p:spPr>
          <a:xfrm>
            <a:off x="4658875" y="219850"/>
            <a:ext cx="3319200" cy="2352000"/>
          </a:xfrm>
          <a:prstGeom prst="rect">
            <a:avLst/>
          </a:prstGeom>
          <a:noFill/>
          <a:ln>
            <a:noFill/>
          </a:ln>
        </p:spPr>
      </p:sp>
      <p:cxnSp>
        <p:nvCxnSpPr>
          <p:cNvPr id="321" name="Google Shape;321;p40"/>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22" name="Google Shape;322;p40"/>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23" name="Google Shape;323;p40"/>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24" name="Google Shape;324;p40"/>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25" name="Google Shape;325;p40"/>
          <p:cNvSpPr txBox="1"/>
          <p:nvPr>
            <p:ph idx="6"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26" name="Google Shape;326;p40"/>
          <p:cNvSpPr txBox="1"/>
          <p:nvPr>
            <p:ph idx="7" type="title"/>
          </p:nvPr>
        </p:nvSpPr>
        <p:spPr>
          <a:xfrm>
            <a:off x="4669800" y="2656800"/>
            <a:ext cx="2036100" cy="297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27" name="Google Shape;327;p40"/>
          <p:cNvSpPr txBox="1"/>
          <p:nvPr>
            <p:ph idx="1" type="body"/>
          </p:nvPr>
        </p:nvSpPr>
        <p:spPr>
          <a:xfrm>
            <a:off x="4658875" y="3030300"/>
            <a:ext cx="3148800" cy="18867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328" name="Google Shape;328;p40"/>
          <p:cNvSpPr txBox="1"/>
          <p:nvPr>
            <p:ph idx="8" type="title"/>
          </p:nvPr>
        </p:nvSpPr>
        <p:spPr>
          <a:xfrm>
            <a:off x="234600" y="818400"/>
            <a:ext cx="2206800" cy="297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29" name="Google Shape;329;p40"/>
          <p:cNvSpPr txBox="1"/>
          <p:nvPr>
            <p:ph idx="9" type="body"/>
          </p:nvPr>
        </p:nvSpPr>
        <p:spPr>
          <a:xfrm>
            <a:off x="229850" y="1328800"/>
            <a:ext cx="3148800" cy="1033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 Finding">
  <p:cSld name="CUSTOM_7">
    <p:spTree>
      <p:nvGrpSpPr>
        <p:cNvPr id="330" name="Shape 330"/>
        <p:cNvGrpSpPr/>
        <p:nvPr/>
      </p:nvGrpSpPr>
      <p:grpSpPr>
        <a:xfrm>
          <a:off x="0" y="0"/>
          <a:ext cx="0" cy="0"/>
          <a:chOff x="0" y="0"/>
          <a:chExt cx="0" cy="0"/>
        </a:xfrm>
      </p:grpSpPr>
      <p:sp>
        <p:nvSpPr>
          <p:cNvPr id="331" name="Google Shape;331;p41"/>
          <p:cNvSpPr/>
          <p:nvPr>
            <p:ph idx="2" type="pic"/>
          </p:nvPr>
        </p:nvSpPr>
        <p:spPr>
          <a:xfrm>
            <a:off x="228600" y="1984250"/>
            <a:ext cx="2517600" cy="2927400"/>
          </a:xfrm>
          <a:prstGeom prst="rect">
            <a:avLst/>
          </a:prstGeom>
          <a:noFill/>
          <a:ln>
            <a:noFill/>
          </a:ln>
        </p:spPr>
      </p:sp>
      <p:sp>
        <p:nvSpPr>
          <p:cNvPr id="332" name="Google Shape;332;p41"/>
          <p:cNvSpPr/>
          <p:nvPr>
            <p:ph idx="3" type="pic"/>
          </p:nvPr>
        </p:nvSpPr>
        <p:spPr>
          <a:xfrm>
            <a:off x="2972440" y="1984250"/>
            <a:ext cx="2623500" cy="2927400"/>
          </a:xfrm>
          <a:prstGeom prst="rect">
            <a:avLst/>
          </a:prstGeom>
          <a:noFill/>
          <a:ln>
            <a:noFill/>
          </a:ln>
        </p:spPr>
      </p:sp>
      <p:cxnSp>
        <p:nvCxnSpPr>
          <p:cNvPr id="333" name="Google Shape;333;p41"/>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34" name="Google Shape;334;p41"/>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35" name="Google Shape;335;p41"/>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36" name="Google Shape;336;p41"/>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37" name="Google Shape;337;p41"/>
          <p:cNvSpPr txBox="1"/>
          <p:nvPr>
            <p:ph idx="6" type="title"/>
          </p:nvPr>
        </p:nvSpPr>
        <p:spPr>
          <a:xfrm>
            <a:off x="239525" y="818400"/>
            <a:ext cx="3139200" cy="10203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38" name="Google Shape;338;p41"/>
          <p:cNvSpPr txBox="1"/>
          <p:nvPr>
            <p:ph idx="7"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9" name="Google Shape;339;p41"/>
          <p:cNvSpPr/>
          <p:nvPr>
            <p:ph idx="8" type="pic"/>
          </p:nvPr>
        </p:nvSpPr>
        <p:spPr>
          <a:xfrm>
            <a:off x="5760651" y="1984250"/>
            <a:ext cx="2822700" cy="2927400"/>
          </a:xfrm>
          <a:prstGeom prst="rect">
            <a:avLst/>
          </a:prstGeom>
          <a:noFill/>
          <a:ln>
            <a:noFill/>
          </a:ln>
        </p:spPr>
      </p:sp>
      <p:sp>
        <p:nvSpPr>
          <p:cNvPr id="340" name="Google Shape;340;p41"/>
          <p:cNvSpPr txBox="1"/>
          <p:nvPr>
            <p:ph idx="1" type="body"/>
          </p:nvPr>
        </p:nvSpPr>
        <p:spPr>
          <a:xfrm>
            <a:off x="4494275" y="219850"/>
            <a:ext cx="3319200" cy="1183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Font typeface="Lexend Light"/>
              <a:buChar char="●"/>
              <a:defRPr sz="1200">
                <a:solidFill>
                  <a:schemeClr val="dk2"/>
                </a:solidFill>
              </a:defRPr>
            </a:lvl1pPr>
            <a:lvl2pPr indent="-304800" lvl="1" marL="914400">
              <a:spcBef>
                <a:spcPts val="0"/>
              </a:spcBef>
              <a:spcAft>
                <a:spcPts val="0"/>
              </a:spcAft>
              <a:buClr>
                <a:schemeClr val="dk2"/>
              </a:buClr>
              <a:buSzPts val="1200"/>
              <a:buFont typeface="Lexend Light"/>
              <a:buChar char="○"/>
              <a:defRPr sz="1200">
                <a:solidFill>
                  <a:schemeClr val="dk2"/>
                </a:solidFill>
              </a:defRPr>
            </a:lvl2pPr>
            <a:lvl3pPr indent="-304800" lvl="2" marL="1371600">
              <a:spcBef>
                <a:spcPts val="0"/>
              </a:spcBef>
              <a:spcAft>
                <a:spcPts val="0"/>
              </a:spcAft>
              <a:buClr>
                <a:schemeClr val="dk2"/>
              </a:buClr>
              <a:buSzPts val="1200"/>
              <a:buFont typeface="Lexend Light"/>
              <a:buChar char="■"/>
              <a:defRPr sz="1200">
                <a:solidFill>
                  <a:schemeClr val="dk2"/>
                </a:solidFill>
              </a:defRPr>
            </a:lvl3pPr>
            <a:lvl4pPr indent="-304800" lvl="3" marL="1828800">
              <a:spcBef>
                <a:spcPts val="0"/>
              </a:spcBef>
              <a:spcAft>
                <a:spcPts val="0"/>
              </a:spcAft>
              <a:buClr>
                <a:schemeClr val="dk2"/>
              </a:buClr>
              <a:buSzPts val="1200"/>
              <a:buFont typeface="Lexend Light"/>
              <a:buChar char="●"/>
              <a:defRPr sz="1200">
                <a:solidFill>
                  <a:schemeClr val="dk2"/>
                </a:solidFill>
              </a:defRPr>
            </a:lvl4pPr>
            <a:lvl5pPr indent="-304800" lvl="4" marL="2286000">
              <a:spcBef>
                <a:spcPts val="0"/>
              </a:spcBef>
              <a:spcAft>
                <a:spcPts val="0"/>
              </a:spcAft>
              <a:buClr>
                <a:schemeClr val="dk2"/>
              </a:buClr>
              <a:buSzPts val="1200"/>
              <a:buFont typeface="Lexend Light"/>
              <a:buChar char="○"/>
              <a:defRPr sz="1200">
                <a:solidFill>
                  <a:schemeClr val="dk2"/>
                </a:solidFill>
              </a:defRPr>
            </a:lvl5pPr>
            <a:lvl6pPr indent="-304800" lvl="5" marL="2743200">
              <a:spcBef>
                <a:spcPts val="0"/>
              </a:spcBef>
              <a:spcAft>
                <a:spcPts val="0"/>
              </a:spcAft>
              <a:buClr>
                <a:schemeClr val="dk2"/>
              </a:buClr>
              <a:buSzPts val="1200"/>
              <a:buFont typeface="Lexend Light"/>
              <a:buChar char="■"/>
              <a:defRPr sz="1200">
                <a:solidFill>
                  <a:schemeClr val="dk2"/>
                </a:solidFill>
              </a:defRPr>
            </a:lvl6pPr>
            <a:lvl7pPr indent="-304800" lvl="6" marL="3200400">
              <a:spcBef>
                <a:spcPts val="0"/>
              </a:spcBef>
              <a:spcAft>
                <a:spcPts val="0"/>
              </a:spcAft>
              <a:buClr>
                <a:schemeClr val="dk2"/>
              </a:buClr>
              <a:buSzPts val="1200"/>
              <a:buFont typeface="Lexend Light"/>
              <a:buChar char="●"/>
              <a:defRPr sz="1200">
                <a:solidFill>
                  <a:schemeClr val="dk2"/>
                </a:solidFill>
              </a:defRPr>
            </a:lvl7pPr>
            <a:lvl8pPr indent="-304800" lvl="7" marL="3657600">
              <a:spcBef>
                <a:spcPts val="0"/>
              </a:spcBef>
              <a:spcAft>
                <a:spcPts val="0"/>
              </a:spcAft>
              <a:buClr>
                <a:schemeClr val="dk2"/>
              </a:buClr>
              <a:buSzPts val="1200"/>
              <a:buFont typeface="Lexend Light"/>
              <a:buChar char="○"/>
              <a:defRPr sz="1200">
                <a:solidFill>
                  <a:schemeClr val="dk2"/>
                </a:solidFill>
              </a:defRPr>
            </a:lvl8pPr>
            <a:lvl9pPr indent="-304800" lvl="8" marL="4114800">
              <a:spcBef>
                <a:spcPts val="0"/>
              </a:spcBef>
              <a:spcAft>
                <a:spcPts val="0"/>
              </a:spcAft>
              <a:buClr>
                <a:schemeClr val="dk2"/>
              </a:buClr>
              <a:buSzPts val="1200"/>
              <a:buFont typeface="Lexend Light"/>
              <a:buChar char="■"/>
              <a:defRPr sz="1200">
                <a:solidFill>
                  <a:schemeClr val="dk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219850"/>
            <a:ext cx="5962800" cy="8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1pPr>
            <a:lvl2pPr lvl="1">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2pPr>
            <a:lvl3pPr lvl="2">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3pPr>
            <a:lvl4pPr lvl="3">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4pPr>
            <a:lvl5pPr lvl="4">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5pPr>
            <a:lvl6pPr lvl="5">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6pPr>
            <a:lvl7pPr lvl="6">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7pPr>
            <a:lvl8pPr lvl="7">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8pPr>
            <a:lvl9pPr lvl="8">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9pPr>
          </a:lstStyle>
          <a:p/>
        </p:txBody>
      </p:sp>
      <p:sp>
        <p:nvSpPr>
          <p:cNvPr id="7" name="Google Shape;7;p1"/>
          <p:cNvSpPr txBox="1"/>
          <p:nvPr>
            <p:ph idx="1" type="body"/>
          </p:nvPr>
        </p:nvSpPr>
        <p:spPr>
          <a:xfrm>
            <a:off x="4658875" y="1403700"/>
            <a:ext cx="4256400" cy="20676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1pPr>
            <a:lvl2pPr indent="-285750" lvl="1" marL="9144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2pPr>
            <a:lvl3pPr indent="-285750" lvl="2" marL="13716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3pPr>
            <a:lvl4pPr indent="-285750" lvl="3" marL="18288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4pPr>
            <a:lvl5pPr indent="-285750" lvl="4" marL="22860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5pPr>
            <a:lvl6pPr indent="-285750" lvl="5" marL="27432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6pPr>
            <a:lvl7pPr indent="-285750" lvl="6" marL="32004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7pPr>
            <a:lvl8pPr indent="-285750" lvl="7" marL="36576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8pPr>
            <a:lvl9pPr indent="-285750" lvl="8" marL="41148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Lexend Light"/>
                <a:ea typeface="Lexend Light"/>
                <a:cs typeface="Lexend Light"/>
                <a:sym typeface="Lexend Light"/>
              </a:defRPr>
            </a:lvl1pPr>
            <a:lvl2pPr lvl="1" algn="r">
              <a:buNone/>
              <a:defRPr sz="1300">
                <a:solidFill>
                  <a:schemeClr val="dk1"/>
                </a:solidFill>
                <a:latin typeface="Lexend Light"/>
                <a:ea typeface="Lexend Light"/>
                <a:cs typeface="Lexend Light"/>
                <a:sym typeface="Lexend Light"/>
              </a:defRPr>
            </a:lvl2pPr>
            <a:lvl3pPr lvl="2" algn="r">
              <a:buNone/>
              <a:defRPr sz="1300">
                <a:solidFill>
                  <a:schemeClr val="dk1"/>
                </a:solidFill>
                <a:latin typeface="Lexend Light"/>
                <a:ea typeface="Lexend Light"/>
                <a:cs typeface="Lexend Light"/>
                <a:sym typeface="Lexend Light"/>
              </a:defRPr>
            </a:lvl3pPr>
            <a:lvl4pPr lvl="3" algn="r">
              <a:buNone/>
              <a:defRPr sz="1300">
                <a:solidFill>
                  <a:schemeClr val="dk1"/>
                </a:solidFill>
                <a:latin typeface="Lexend Light"/>
                <a:ea typeface="Lexend Light"/>
                <a:cs typeface="Lexend Light"/>
                <a:sym typeface="Lexend Light"/>
              </a:defRPr>
            </a:lvl4pPr>
            <a:lvl5pPr lvl="4" algn="r">
              <a:buNone/>
              <a:defRPr sz="1300">
                <a:solidFill>
                  <a:schemeClr val="dk1"/>
                </a:solidFill>
                <a:latin typeface="Lexend Light"/>
                <a:ea typeface="Lexend Light"/>
                <a:cs typeface="Lexend Light"/>
                <a:sym typeface="Lexend Light"/>
              </a:defRPr>
            </a:lvl5pPr>
            <a:lvl6pPr lvl="5" algn="r">
              <a:buNone/>
              <a:defRPr sz="1300">
                <a:solidFill>
                  <a:schemeClr val="dk1"/>
                </a:solidFill>
                <a:latin typeface="Lexend Light"/>
                <a:ea typeface="Lexend Light"/>
                <a:cs typeface="Lexend Light"/>
                <a:sym typeface="Lexend Light"/>
              </a:defRPr>
            </a:lvl6pPr>
            <a:lvl7pPr lvl="6" algn="r">
              <a:buNone/>
              <a:defRPr sz="1300">
                <a:solidFill>
                  <a:schemeClr val="dk1"/>
                </a:solidFill>
                <a:latin typeface="Lexend Light"/>
                <a:ea typeface="Lexend Light"/>
                <a:cs typeface="Lexend Light"/>
                <a:sym typeface="Lexend Light"/>
              </a:defRPr>
            </a:lvl7pPr>
            <a:lvl8pPr lvl="7" algn="r">
              <a:buNone/>
              <a:defRPr sz="1300">
                <a:solidFill>
                  <a:schemeClr val="dk1"/>
                </a:solidFill>
                <a:latin typeface="Lexend Light"/>
                <a:ea typeface="Lexend Light"/>
                <a:cs typeface="Lexend Light"/>
                <a:sym typeface="Lexend Light"/>
              </a:defRPr>
            </a:lvl8pPr>
            <a:lvl9pPr lvl="8" algn="r">
              <a:buNone/>
              <a:defRPr sz="1300">
                <a:solidFill>
                  <a:schemeClr val="dk1"/>
                </a:solidFill>
                <a:latin typeface="Lexend Light"/>
                <a:ea typeface="Lexend Light"/>
                <a:cs typeface="Lexend Light"/>
                <a:sym typeface="Lexend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734">
          <p15:clr>
            <a:srgbClr val="E46962"/>
          </p15:clr>
        </p15:guide>
        <p15:guide id="3" pos="835">
          <p15:clr>
            <a:srgbClr val="E46962"/>
          </p15:clr>
        </p15:guide>
        <p15:guide id="4" pos="245">
          <p15:clr>
            <a:srgbClr val="E46962"/>
          </p15:clr>
        </p15:guide>
        <p15:guide id="5" pos="1538">
          <p15:clr>
            <a:srgbClr val="E46962"/>
          </p15:clr>
        </p15:guide>
        <p15:guide id="6" pos="2128">
          <p15:clr>
            <a:srgbClr val="E46962"/>
          </p15:clr>
        </p15:guide>
        <p15:guide id="7" orient="horz" pos="326">
          <p15:clr>
            <a:srgbClr val="E46962"/>
          </p15:clr>
        </p15:guide>
        <p15:guide id="8" orient="horz" pos="138">
          <p15:clr>
            <a:srgbClr val="E46962"/>
          </p15:clr>
        </p15:guide>
        <p15:guide id="9" orient="horz" pos="516">
          <p15:clr>
            <a:srgbClr val="E46962"/>
          </p15:clr>
        </p15:guide>
        <p15:guide id="10" orient="horz" pos="884">
          <p15:clr>
            <a:srgbClr val="E46962"/>
          </p15:clr>
        </p15:guide>
        <p15:guide id="11" orient="horz" pos="1250">
          <p15:clr>
            <a:srgbClr val="E46962"/>
          </p15:clr>
        </p15:guide>
        <p15:guide id="12" orient="horz" pos="1620">
          <p15:clr>
            <a:srgbClr val="E46962"/>
          </p15:clr>
        </p15:guide>
        <p15:guide id="13" orient="horz" pos="3097">
          <p15:clr>
            <a:srgbClr val="E46962"/>
          </p15:clr>
        </p15:guide>
        <p15:guide id="14" pos="2831">
          <p15:clr>
            <a:srgbClr val="E46962"/>
          </p15:clr>
        </p15:guide>
        <p15:guide id="15" pos="3525">
          <p15:clr>
            <a:srgbClr val="E46962"/>
          </p15:clr>
        </p15:guide>
        <p15:guide id="16" pos="3629">
          <p15:clr>
            <a:srgbClr val="E46962"/>
          </p15:clr>
        </p15:guide>
        <p15:guide id="17" pos="4219">
          <p15:clr>
            <a:srgbClr val="E46962"/>
          </p15:clr>
        </p15:guide>
        <p15:guide id="18" pos="4332">
          <p15:clr>
            <a:srgbClr val="E46962"/>
          </p15:clr>
        </p15:guide>
        <p15:guide id="19" pos="4922">
          <p15:clr>
            <a:srgbClr val="E46962"/>
          </p15:clr>
        </p15:guide>
        <p15:guide id="20" pos="5026">
          <p15:clr>
            <a:srgbClr val="E46962"/>
          </p15:clr>
        </p15:guide>
        <p15:guide id="21" pos="2241">
          <p15:clr>
            <a:srgbClr val="E46962"/>
          </p15:clr>
        </p15:guide>
        <p15:guide id="22" pos="2935">
          <p15:clr>
            <a:srgbClr val="E46962"/>
          </p15:clr>
        </p15:guide>
        <p15:guide id="23"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4" name="Shape 344"/>
        <p:cNvGrpSpPr/>
        <p:nvPr/>
      </p:nvGrpSpPr>
      <p:grpSpPr>
        <a:xfrm>
          <a:off x="0" y="0"/>
          <a:ext cx="0" cy="0"/>
          <a:chOff x="0" y="0"/>
          <a:chExt cx="0" cy="0"/>
        </a:xfrm>
      </p:grpSpPr>
      <p:sp>
        <p:nvSpPr>
          <p:cNvPr id="345" name="Google Shape;345;p42"/>
          <p:cNvSpPr txBox="1"/>
          <p:nvPr>
            <p:ph type="title"/>
          </p:nvPr>
        </p:nvSpPr>
        <p:spPr>
          <a:xfrm>
            <a:off x="0" y="-204100"/>
            <a:ext cx="9144000" cy="20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9520"/>
              <a:t>Presentation</a:t>
            </a:r>
            <a:endParaRPr sz="9520"/>
          </a:p>
          <a:p>
            <a:pPr indent="0" lvl="0" marL="0" rtl="0" algn="l">
              <a:spcBef>
                <a:spcPts val="0"/>
              </a:spcBef>
              <a:spcAft>
                <a:spcPts val="0"/>
              </a:spcAft>
              <a:buSzPts val="990"/>
              <a:buNone/>
            </a:pPr>
            <a:r>
              <a:rPr lang="en" sz="9520"/>
              <a:t>On Small Patch</a:t>
            </a:r>
            <a:endParaRPr sz="9520"/>
          </a:p>
        </p:txBody>
      </p:sp>
      <p:sp>
        <p:nvSpPr>
          <p:cNvPr id="346" name="Google Shape;346;p42"/>
          <p:cNvSpPr txBox="1"/>
          <p:nvPr>
            <p:ph idx="1" type="subTitle"/>
          </p:nvPr>
        </p:nvSpPr>
        <p:spPr>
          <a:xfrm>
            <a:off x="4658775" y="4015525"/>
            <a:ext cx="4256400" cy="89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By Lucinda Hu</a:t>
            </a:r>
            <a:endParaRPr/>
          </a:p>
        </p:txBody>
      </p:sp>
      <p:sp>
        <p:nvSpPr>
          <p:cNvPr id="347" name="Google Shape;347;p42"/>
          <p:cNvSpPr txBox="1"/>
          <p:nvPr>
            <p:ph idx="4" type="body"/>
          </p:nvPr>
        </p:nvSpPr>
        <p:spPr>
          <a:xfrm>
            <a:off x="228600" y="4597400"/>
            <a:ext cx="3150000" cy="31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EXAMPLE.COM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PORTFOLIO</a:t>
            </a:r>
            <a:endParaRPr/>
          </a:p>
        </p:txBody>
      </p:sp>
      <p:sp>
        <p:nvSpPr>
          <p:cNvPr id="353" name="Google Shape;353;p43"/>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Design Agency Name</a:t>
            </a:r>
            <a:endParaRPr/>
          </a:p>
        </p:txBody>
      </p:sp>
      <p:sp>
        <p:nvSpPr>
          <p:cNvPr id="354" name="Google Shape;354;p43"/>
          <p:cNvSpPr txBox="1"/>
          <p:nvPr>
            <p:ph type="title"/>
          </p:nvPr>
        </p:nvSpPr>
        <p:spPr>
          <a:xfrm>
            <a:off x="228600" y="219850"/>
            <a:ext cx="7740000" cy="1220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Case 105 Melan Match#1</a:t>
            </a:r>
            <a:endParaRPr/>
          </a:p>
        </p:txBody>
      </p:sp>
      <p:sp>
        <p:nvSpPr>
          <p:cNvPr id="355" name="Google Shape;355;p43"/>
          <p:cNvSpPr txBox="1"/>
          <p:nvPr>
            <p:ph idx="3" type="body"/>
          </p:nvPr>
        </p:nvSpPr>
        <p:spPr>
          <a:xfrm>
            <a:off x="228600" y="4179600"/>
            <a:ext cx="3150000" cy="73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EXAMPLE.COM</a:t>
            </a:r>
            <a:endParaRPr/>
          </a:p>
        </p:txBody>
      </p:sp>
      <p:sp>
        <p:nvSpPr>
          <p:cNvPr id="356" name="Google Shape;356;p43"/>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t>
            </a:r>
            <a:endParaRPr/>
          </a:p>
        </p:txBody>
      </p:sp>
      <p:pic>
        <p:nvPicPr>
          <p:cNvPr id="357" name="Google Shape;357;p43" title="image.png"/>
          <p:cNvPicPr preferRelativeResize="0"/>
          <p:nvPr/>
        </p:nvPicPr>
        <p:blipFill>
          <a:blip r:embed="rId3">
            <a:alphaModFix/>
          </a:blip>
          <a:stretch>
            <a:fillRect/>
          </a:stretch>
        </p:blipFill>
        <p:spPr>
          <a:xfrm>
            <a:off x="4414050" y="1118550"/>
            <a:ext cx="3104275" cy="3398750"/>
          </a:xfrm>
          <a:prstGeom prst="rect">
            <a:avLst/>
          </a:prstGeom>
          <a:noFill/>
          <a:ln>
            <a:noFill/>
          </a:ln>
        </p:spPr>
      </p:pic>
      <p:pic>
        <p:nvPicPr>
          <p:cNvPr id="358" name="Google Shape;358;p43" title="image.png"/>
          <p:cNvPicPr preferRelativeResize="0"/>
          <p:nvPr/>
        </p:nvPicPr>
        <p:blipFill>
          <a:blip r:embed="rId4">
            <a:alphaModFix/>
          </a:blip>
          <a:stretch>
            <a:fillRect/>
          </a:stretch>
        </p:blipFill>
        <p:spPr>
          <a:xfrm>
            <a:off x="566200" y="1118550"/>
            <a:ext cx="2949531" cy="3398750"/>
          </a:xfrm>
          <a:prstGeom prst="rect">
            <a:avLst/>
          </a:prstGeom>
          <a:noFill/>
          <a:ln>
            <a:noFill/>
          </a:ln>
        </p:spPr>
      </p:pic>
      <p:cxnSp>
        <p:nvCxnSpPr>
          <p:cNvPr id="359" name="Google Shape;359;p43"/>
          <p:cNvCxnSpPr/>
          <p:nvPr/>
        </p:nvCxnSpPr>
        <p:spPr>
          <a:xfrm>
            <a:off x="292675" y="1503825"/>
            <a:ext cx="1342500" cy="191700"/>
          </a:xfrm>
          <a:prstGeom prst="straightConnector1">
            <a:avLst/>
          </a:prstGeom>
          <a:noFill/>
          <a:ln cap="flat" cmpd="sng" w="9525">
            <a:solidFill>
              <a:srgbClr val="FF0000"/>
            </a:solidFill>
            <a:prstDash val="solid"/>
            <a:round/>
            <a:headEnd len="med" w="med" type="none"/>
            <a:tailEnd len="med" w="med" type="triangle"/>
          </a:ln>
        </p:spPr>
      </p:cxnSp>
      <p:cxnSp>
        <p:nvCxnSpPr>
          <p:cNvPr id="360" name="Google Shape;360;p43"/>
          <p:cNvCxnSpPr/>
          <p:nvPr/>
        </p:nvCxnSpPr>
        <p:spPr>
          <a:xfrm>
            <a:off x="4249025" y="1594575"/>
            <a:ext cx="1071000" cy="182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4"/>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 &amp; Tangent of Similar Point</a:t>
            </a:r>
            <a:endParaRPr/>
          </a:p>
        </p:txBody>
      </p:sp>
      <p:sp>
        <p:nvSpPr>
          <p:cNvPr id="366" name="Google Shape;366;p44"/>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367" name="Google Shape;367;p44"/>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44"/>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369" name="Google Shape;369;p44" title="image.png"/>
          <p:cNvPicPr preferRelativeResize="0"/>
          <p:nvPr/>
        </p:nvPicPr>
        <p:blipFill>
          <a:blip r:embed="rId3">
            <a:alphaModFix/>
          </a:blip>
          <a:stretch>
            <a:fillRect/>
          </a:stretch>
        </p:blipFill>
        <p:spPr>
          <a:xfrm>
            <a:off x="465275" y="1123775"/>
            <a:ext cx="1504950" cy="1337775"/>
          </a:xfrm>
          <a:prstGeom prst="rect">
            <a:avLst/>
          </a:prstGeom>
          <a:noFill/>
          <a:ln>
            <a:noFill/>
          </a:ln>
        </p:spPr>
      </p:pic>
      <p:pic>
        <p:nvPicPr>
          <p:cNvPr id="370" name="Google Shape;370;p44" title="image.png"/>
          <p:cNvPicPr preferRelativeResize="0"/>
          <p:nvPr/>
        </p:nvPicPr>
        <p:blipFill>
          <a:blip r:embed="rId4">
            <a:alphaModFix/>
          </a:blip>
          <a:stretch>
            <a:fillRect/>
          </a:stretch>
        </p:blipFill>
        <p:spPr>
          <a:xfrm>
            <a:off x="2441450" y="1118550"/>
            <a:ext cx="1504950" cy="1378475"/>
          </a:xfrm>
          <a:prstGeom prst="rect">
            <a:avLst/>
          </a:prstGeom>
          <a:noFill/>
          <a:ln>
            <a:noFill/>
          </a:ln>
        </p:spPr>
      </p:pic>
      <p:pic>
        <p:nvPicPr>
          <p:cNvPr id="371" name="Google Shape;371;p44" title="image.png"/>
          <p:cNvPicPr preferRelativeResize="0"/>
          <p:nvPr/>
        </p:nvPicPr>
        <p:blipFill>
          <a:blip r:embed="rId5">
            <a:alphaModFix/>
          </a:blip>
          <a:stretch>
            <a:fillRect/>
          </a:stretch>
        </p:blipFill>
        <p:spPr>
          <a:xfrm>
            <a:off x="4494275" y="1130750"/>
            <a:ext cx="1453350" cy="1354075"/>
          </a:xfrm>
          <a:prstGeom prst="rect">
            <a:avLst/>
          </a:prstGeom>
          <a:noFill/>
          <a:ln>
            <a:noFill/>
          </a:ln>
        </p:spPr>
      </p:pic>
      <p:pic>
        <p:nvPicPr>
          <p:cNvPr id="372" name="Google Shape;372;p44" title="Screenshot 2025-03-18 at 12.40.02 AM.png"/>
          <p:cNvPicPr preferRelativeResize="0"/>
          <p:nvPr/>
        </p:nvPicPr>
        <p:blipFill>
          <a:blip r:embed="rId6">
            <a:alphaModFix/>
          </a:blip>
          <a:stretch>
            <a:fillRect/>
          </a:stretch>
        </p:blipFill>
        <p:spPr>
          <a:xfrm>
            <a:off x="308838" y="2659538"/>
            <a:ext cx="1817825" cy="1603963"/>
          </a:xfrm>
          <a:prstGeom prst="rect">
            <a:avLst/>
          </a:prstGeom>
          <a:noFill/>
          <a:ln>
            <a:noFill/>
          </a:ln>
        </p:spPr>
      </p:pic>
      <p:sp>
        <p:nvSpPr>
          <p:cNvPr id="373" name="Google Shape;373;p44"/>
          <p:cNvSpPr/>
          <p:nvPr/>
        </p:nvSpPr>
        <p:spPr>
          <a:xfrm>
            <a:off x="767025" y="3390888"/>
            <a:ext cx="212100" cy="222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cxnSp>
        <p:nvCxnSpPr>
          <p:cNvPr id="374" name="Google Shape;374;p44"/>
          <p:cNvCxnSpPr/>
          <p:nvPr/>
        </p:nvCxnSpPr>
        <p:spPr>
          <a:xfrm flipH="1">
            <a:off x="657514" y="3464099"/>
            <a:ext cx="321600" cy="75600"/>
          </a:xfrm>
          <a:prstGeom prst="straightConnector1">
            <a:avLst/>
          </a:prstGeom>
          <a:noFill/>
          <a:ln cap="flat" cmpd="sng" w="9525">
            <a:solidFill>
              <a:schemeClr val="dk2"/>
            </a:solidFill>
            <a:prstDash val="solid"/>
            <a:round/>
            <a:headEnd len="med" w="med" type="none"/>
            <a:tailEnd len="med" w="med" type="triangle"/>
          </a:ln>
        </p:spPr>
      </p:cxnSp>
      <p:cxnSp>
        <p:nvCxnSpPr>
          <p:cNvPr id="375" name="Google Shape;375;p44"/>
          <p:cNvCxnSpPr/>
          <p:nvPr/>
        </p:nvCxnSpPr>
        <p:spPr>
          <a:xfrm rot="10800000">
            <a:off x="857314" y="3027824"/>
            <a:ext cx="121800" cy="456000"/>
          </a:xfrm>
          <a:prstGeom prst="straightConnector1">
            <a:avLst/>
          </a:prstGeom>
          <a:noFill/>
          <a:ln cap="flat" cmpd="sng" w="9525">
            <a:solidFill>
              <a:schemeClr val="dk2"/>
            </a:solidFill>
            <a:prstDash val="solid"/>
            <a:round/>
            <a:headEnd len="med" w="med" type="none"/>
            <a:tailEnd len="med" w="med" type="triangle"/>
          </a:ln>
        </p:spPr>
      </p:cxnSp>
      <p:pic>
        <p:nvPicPr>
          <p:cNvPr id="376" name="Google Shape;376;p44" title="Screenshot 2025-03-18 at 12.47.21 AM.png"/>
          <p:cNvPicPr preferRelativeResize="0"/>
          <p:nvPr/>
        </p:nvPicPr>
        <p:blipFill>
          <a:blip r:embed="rId7">
            <a:alphaModFix/>
          </a:blip>
          <a:stretch>
            <a:fillRect/>
          </a:stretch>
        </p:blipFill>
        <p:spPr>
          <a:xfrm>
            <a:off x="3732287" y="2702950"/>
            <a:ext cx="1524000" cy="2076450"/>
          </a:xfrm>
          <a:prstGeom prst="rect">
            <a:avLst/>
          </a:prstGeom>
          <a:noFill/>
          <a:ln>
            <a:noFill/>
          </a:ln>
        </p:spPr>
      </p:pic>
      <p:sp>
        <p:nvSpPr>
          <p:cNvPr id="377" name="Google Shape;377;p44"/>
          <p:cNvSpPr txBox="1"/>
          <p:nvPr/>
        </p:nvSpPr>
        <p:spPr>
          <a:xfrm>
            <a:off x="6529975" y="1433175"/>
            <a:ext cx="1283400" cy="5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Lexend Light"/>
                <a:ea typeface="Lexend Light"/>
                <a:cs typeface="Lexend Light"/>
                <a:sym typeface="Lexend Light"/>
              </a:rPr>
              <a:t>Nearby Shape That functioned normally</a:t>
            </a:r>
            <a:endParaRPr sz="1700">
              <a:solidFill>
                <a:schemeClr val="dk1"/>
              </a:solidFill>
              <a:latin typeface="Lexend Light"/>
              <a:ea typeface="Lexend Light"/>
              <a:cs typeface="Lexend Light"/>
              <a:sym typeface="Lexend Light"/>
            </a:endParaRPr>
          </a:p>
        </p:txBody>
      </p:sp>
      <p:sp>
        <p:nvSpPr>
          <p:cNvPr id="378" name="Google Shape;378;p44"/>
          <p:cNvSpPr txBox="1"/>
          <p:nvPr/>
        </p:nvSpPr>
        <p:spPr>
          <a:xfrm>
            <a:off x="2341888" y="3027825"/>
            <a:ext cx="1215000" cy="5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Lexend Light"/>
                <a:ea typeface="Lexend Light"/>
                <a:cs typeface="Lexend Light"/>
                <a:sym typeface="Lexend Light"/>
              </a:rPr>
              <a:t>Tangent and Normal</a:t>
            </a:r>
            <a:endParaRPr sz="1700">
              <a:solidFill>
                <a:schemeClr val="dk1"/>
              </a:solidFill>
              <a:latin typeface="Lexend Light"/>
              <a:ea typeface="Lexend Light"/>
              <a:cs typeface="Lexend Light"/>
              <a:sym typeface="Lexend Light"/>
            </a:endParaRPr>
          </a:p>
        </p:txBody>
      </p:sp>
      <p:sp>
        <p:nvSpPr>
          <p:cNvPr id="379" name="Google Shape;379;p44"/>
          <p:cNvSpPr txBox="1"/>
          <p:nvPr/>
        </p:nvSpPr>
        <p:spPr>
          <a:xfrm>
            <a:off x="6016250" y="3320400"/>
            <a:ext cx="1283400" cy="5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Lexend Light"/>
                <a:ea typeface="Lexend Light"/>
                <a:cs typeface="Lexend Light"/>
                <a:sym typeface="Lexend Light"/>
              </a:rPr>
              <a:t>Similar direction and shape of patches that worked correctly</a:t>
            </a:r>
            <a:endParaRPr sz="1500">
              <a:solidFill>
                <a:schemeClr val="dk1"/>
              </a:solidFill>
              <a:latin typeface="Lexend Light"/>
              <a:ea typeface="Lexend Light"/>
              <a:cs typeface="Lexend Light"/>
              <a:sym typeface="Lexend Light"/>
            </a:endParaRPr>
          </a:p>
        </p:txBody>
      </p:sp>
      <p:cxnSp>
        <p:nvCxnSpPr>
          <p:cNvPr id="380" name="Google Shape;380;p44"/>
          <p:cNvCxnSpPr/>
          <p:nvPr/>
        </p:nvCxnSpPr>
        <p:spPr>
          <a:xfrm flipH="1" rot="10800000">
            <a:off x="957775" y="3375300"/>
            <a:ext cx="358800" cy="88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5"/>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Reason of Having this Patch</a:t>
            </a:r>
            <a:endParaRPr/>
          </a:p>
        </p:txBody>
      </p:sp>
      <p:sp>
        <p:nvSpPr>
          <p:cNvPr id="386" name="Google Shape;386;p45"/>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387" name="Google Shape;387;p45"/>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45"/>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45"/>
          <p:cNvSpPr txBox="1"/>
          <p:nvPr/>
        </p:nvSpPr>
        <p:spPr>
          <a:xfrm>
            <a:off x="514725" y="1150575"/>
            <a:ext cx="6843000" cy="3108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Lexend Light"/>
              <a:buChar char="●"/>
            </a:pPr>
            <a:r>
              <a:rPr lang="en" sz="1500">
                <a:solidFill>
                  <a:schemeClr val="dk1"/>
                </a:solidFill>
                <a:latin typeface="Lexend Light"/>
                <a:ea typeface="Lexend Light"/>
                <a:cs typeface="Lexend Light"/>
                <a:sym typeface="Lexend Light"/>
              </a:rPr>
              <a:t>The model is heavily dependent on the direction of tangent and normal.</a:t>
            </a:r>
            <a:endParaRPr sz="1500">
              <a:solidFill>
                <a:schemeClr val="dk1"/>
              </a:solidFill>
              <a:latin typeface="Lexend Light"/>
              <a:ea typeface="Lexend Light"/>
              <a:cs typeface="Lexend Light"/>
              <a:sym typeface="Lexend Light"/>
            </a:endParaRPr>
          </a:p>
          <a:p>
            <a:pPr indent="-323850" lvl="0" marL="457200" rtl="0" algn="l">
              <a:spcBef>
                <a:spcPts val="0"/>
              </a:spcBef>
              <a:spcAft>
                <a:spcPts val="0"/>
              </a:spcAft>
              <a:buClr>
                <a:schemeClr val="dk1"/>
              </a:buClr>
              <a:buSzPts val="1500"/>
              <a:buFont typeface="Lexend Light"/>
              <a:buChar char="●"/>
            </a:pPr>
            <a:r>
              <a:rPr lang="en" sz="1500">
                <a:solidFill>
                  <a:schemeClr val="dk1"/>
                </a:solidFill>
                <a:latin typeface="Lexend Light"/>
                <a:ea typeface="Lexend Light"/>
                <a:cs typeface="Lexend Light"/>
                <a:sym typeface="Lexend Light"/>
              </a:rPr>
              <a:t>For that small patch, it is very likely that the tangent is pointing outwards to the background rather than the center of epithelium. This result the extended path of the normal and tangent and patching square didn’t capture the width of epithelium</a:t>
            </a:r>
            <a:endParaRPr sz="1500">
              <a:solidFill>
                <a:schemeClr val="dk1"/>
              </a:solidFill>
              <a:latin typeface="Lexend Light"/>
              <a:ea typeface="Lexend Light"/>
              <a:cs typeface="Lexend Light"/>
              <a:sym typeface="Lexend Light"/>
            </a:endParaRPr>
          </a:p>
          <a:p>
            <a:pPr indent="-323850" lvl="0" marL="457200" rtl="0" algn="l">
              <a:spcBef>
                <a:spcPts val="0"/>
              </a:spcBef>
              <a:spcAft>
                <a:spcPts val="0"/>
              </a:spcAft>
              <a:buClr>
                <a:schemeClr val="dk1"/>
              </a:buClr>
              <a:buSzPts val="1500"/>
              <a:buFont typeface="Lexend Light"/>
              <a:buChar char="●"/>
            </a:pPr>
            <a:r>
              <a:rPr lang="en" sz="1500">
                <a:solidFill>
                  <a:schemeClr val="dk1"/>
                </a:solidFill>
                <a:latin typeface="Lexend Light"/>
                <a:ea typeface="Lexend Light"/>
                <a:cs typeface="Lexend Light"/>
                <a:sym typeface="Lexend Light"/>
              </a:rPr>
              <a:t>It may be related to how the code selected this point based on the mask, in which the point </a:t>
            </a:r>
            <a:r>
              <a:rPr lang="en" sz="1500">
                <a:solidFill>
                  <a:schemeClr val="dk1"/>
                </a:solidFill>
                <a:latin typeface="Lexend Light"/>
                <a:ea typeface="Lexend Light"/>
                <a:cs typeface="Lexend Light"/>
                <a:sym typeface="Lexend Light"/>
              </a:rPr>
              <a:t>potential</a:t>
            </a:r>
            <a:r>
              <a:rPr lang="en" sz="1500">
                <a:solidFill>
                  <a:schemeClr val="dk1"/>
                </a:solidFill>
                <a:latin typeface="Lexend Light"/>
                <a:ea typeface="Lexend Light"/>
                <a:cs typeface="Lexend Light"/>
                <a:sym typeface="Lexend Light"/>
              </a:rPr>
              <a:t> too close to the edge of epithelium after gaussian smoothing</a:t>
            </a:r>
            <a:endParaRPr sz="1500">
              <a:solidFill>
                <a:schemeClr val="dk1"/>
              </a:solidFill>
              <a:latin typeface="Lexend Light"/>
              <a:ea typeface="Lexend Light"/>
              <a:cs typeface="Lexend Light"/>
              <a:sym typeface="Lexend Light"/>
            </a:endParaRPr>
          </a:p>
          <a:p>
            <a:pPr indent="-323850" lvl="1" marL="914400" rtl="0" algn="l">
              <a:spcBef>
                <a:spcPts val="0"/>
              </a:spcBef>
              <a:spcAft>
                <a:spcPts val="0"/>
              </a:spcAft>
              <a:buClr>
                <a:schemeClr val="dk1"/>
              </a:buClr>
              <a:buSzPts val="1500"/>
              <a:buFont typeface="Lexend Light"/>
              <a:buChar char="○"/>
            </a:pPr>
            <a:r>
              <a:rPr lang="en" sz="1500">
                <a:solidFill>
                  <a:schemeClr val="dk1"/>
                </a:solidFill>
                <a:latin typeface="Lexend Light"/>
                <a:ea typeface="Lexend Light"/>
                <a:cs typeface="Lexend Light"/>
                <a:sym typeface="Lexend Light"/>
              </a:rPr>
              <a:t>Issues with selecting the right point for certain atypical curvatures based on the mask? </a:t>
            </a:r>
            <a:endParaRPr sz="1500">
              <a:solidFill>
                <a:schemeClr val="dk1"/>
              </a:solidFill>
              <a:latin typeface="Lexend Light"/>
              <a:ea typeface="Lexend Light"/>
              <a:cs typeface="Lexend Light"/>
              <a:sym typeface="Lexend Light"/>
            </a:endParaRPr>
          </a:p>
          <a:p>
            <a:pPr indent="-323850" lvl="0" marL="457200" rtl="0" algn="l">
              <a:spcBef>
                <a:spcPts val="0"/>
              </a:spcBef>
              <a:spcAft>
                <a:spcPts val="0"/>
              </a:spcAft>
              <a:buClr>
                <a:schemeClr val="dk1"/>
              </a:buClr>
              <a:buSzPts val="1500"/>
              <a:buFont typeface="Lexend Light"/>
              <a:buChar char="●"/>
            </a:pPr>
            <a:r>
              <a:rPr lang="en" sz="1500">
                <a:solidFill>
                  <a:schemeClr val="dk1"/>
                </a:solidFill>
                <a:latin typeface="Lexend Light"/>
                <a:ea typeface="Lexend Light"/>
                <a:cs typeface="Lexend Light"/>
                <a:sym typeface="Lexend Light"/>
              </a:rPr>
              <a:t>It can also be seen that in general, this patch is very similar to the direction of other correct patches on the right, but wrong starting point may have led to this issue</a:t>
            </a:r>
            <a:endParaRPr sz="1500">
              <a:solidFill>
                <a:schemeClr val="dk1"/>
              </a:solidFill>
              <a:latin typeface="Lexend Light"/>
              <a:ea typeface="Lexend Light"/>
              <a:cs typeface="Lexend Light"/>
              <a:sym typeface="Lexend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6"/>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Worth-noting:Last version product right patch</a:t>
            </a:r>
            <a:endParaRPr/>
          </a:p>
        </p:txBody>
      </p:sp>
      <p:sp>
        <p:nvSpPr>
          <p:cNvPr id="395" name="Google Shape;395;p46"/>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396" name="Google Shape;396;p46"/>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46"/>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46" title="Screenshot 2025-03-18 at 10.50.42 AM.png"/>
          <p:cNvPicPr preferRelativeResize="0"/>
          <p:nvPr/>
        </p:nvPicPr>
        <p:blipFill>
          <a:blip r:embed="rId3">
            <a:alphaModFix/>
          </a:blip>
          <a:stretch>
            <a:fillRect/>
          </a:stretch>
        </p:blipFill>
        <p:spPr>
          <a:xfrm>
            <a:off x="137100" y="1234100"/>
            <a:ext cx="8285501" cy="289264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Difference</a:t>
            </a:r>
            <a:endParaRPr/>
          </a:p>
        </p:txBody>
      </p:sp>
      <p:sp>
        <p:nvSpPr>
          <p:cNvPr id="404" name="Google Shape;404;p47"/>
          <p:cNvSpPr txBox="1"/>
          <p:nvPr>
            <p:ph idx="1" type="body"/>
          </p:nvPr>
        </p:nvSpPr>
        <p:spPr>
          <a:xfrm>
            <a:off x="451600" y="906800"/>
            <a:ext cx="7029000" cy="2813100"/>
          </a:xfrm>
          <a:prstGeom prst="rect">
            <a:avLst/>
          </a:prstGeom>
        </p:spPr>
        <p:txBody>
          <a:bodyPr anchorCtr="0" anchor="t" bIns="91425" lIns="91425" spcFirstLastPara="1" rIns="91425" wrap="square" tIns="91425">
            <a:noAutofit/>
          </a:bodyPr>
          <a:lstStyle/>
          <a:p>
            <a:pPr indent="-285750" lvl="0" marL="457200" rtl="0" algn="l">
              <a:spcBef>
                <a:spcPts val="0"/>
              </a:spcBef>
              <a:spcAft>
                <a:spcPts val="0"/>
              </a:spcAft>
              <a:buSzPts val="900"/>
              <a:buChar char="●"/>
            </a:pPr>
            <a:r>
              <a:rPr lang="en"/>
              <a:t>Over-smoothing? Parameter Calculation —</a:t>
            </a:r>
            <a:r>
              <a:rPr lang="en">
                <a:solidFill>
                  <a:schemeClr val="dk1"/>
                </a:solidFill>
              </a:rPr>
              <a:t>— Curve points at certain angle —— Normal and Tangent in wrong direction and stopped</a:t>
            </a:r>
            <a:endParaRPr/>
          </a:p>
        </p:txBody>
      </p:sp>
      <p:sp>
        <p:nvSpPr>
          <p:cNvPr id="405" name="Google Shape;405;p47"/>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406" name="Google Shape;406;p47"/>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47"/>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408" name="Google Shape;408;p47" title="Screenshot 2025-03-18 at 4.14.53 PM.png"/>
          <p:cNvPicPr preferRelativeResize="0"/>
          <p:nvPr/>
        </p:nvPicPr>
        <p:blipFill>
          <a:blip r:embed="rId3">
            <a:alphaModFix/>
          </a:blip>
          <a:stretch>
            <a:fillRect/>
          </a:stretch>
        </p:blipFill>
        <p:spPr>
          <a:xfrm>
            <a:off x="625050" y="1337875"/>
            <a:ext cx="5605299" cy="2687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ortfolio">
  <a:themeElements>
    <a:clrScheme name="Simple Light">
      <a:dk1>
        <a:srgbClr val="000000"/>
      </a:dk1>
      <a:lt1>
        <a:srgbClr val="FFFFFF"/>
      </a:lt1>
      <a:dk2>
        <a:srgbClr val="000000"/>
      </a:dk2>
      <a:lt2>
        <a:srgbClr val="A7BBC0"/>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